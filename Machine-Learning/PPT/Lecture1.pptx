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4" r:id="rId4"/>
    <p:sldMasterId id="2147483687" r:id="rId5"/>
    <p:sldMasterId id="2147483700" r:id="rId6"/>
  </p:sldMasterIdLst>
  <p:notesMasterIdLst>
    <p:notesMasterId r:id="rId8"/>
  </p:notesMasterIdLst>
  <p:sldIdLst>
    <p:sldId id="256" r:id="rId7"/>
    <p:sldId id="572" r:id="rId9"/>
    <p:sldId id="573" r:id="rId10"/>
    <p:sldId id="564" r:id="rId11"/>
    <p:sldId id="637" r:id="rId12"/>
    <p:sldId id="565" r:id="rId13"/>
    <p:sldId id="571" r:id="rId14"/>
    <p:sldId id="567" r:id="rId15"/>
    <p:sldId id="581" r:id="rId16"/>
    <p:sldId id="575" r:id="rId17"/>
    <p:sldId id="632" r:id="rId18"/>
    <p:sldId id="582" r:id="rId19"/>
    <p:sldId id="629" r:id="rId20"/>
    <p:sldId id="630" r:id="rId21"/>
    <p:sldId id="631" r:id="rId22"/>
    <p:sldId id="638" r:id="rId23"/>
    <p:sldId id="634" r:id="rId24"/>
    <p:sldId id="586" r:id="rId25"/>
    <p:sldId id="607" r:id="rId26"/>
    <p:sldId id="608" r:id="rId27"/>
    <p:sldId id="588" r:id="rId28"/>
    <p:sldId id="641" r:id="rId29"/>
    <p:sldId id="592" r:id="rId30"/>
    <p:sldId id="640" r:id="rId31"/>
    <p:sldId id="602" r:id="rId32"/>
    <p:sldId id="603" r:id="rId33"/>
    <p:sldId id="604" r:id="rId34"/>
    <p:sldId id="605" r:id="rId35"/>
    <p:sldId id="639" r:id="rId36"/>
    <p:sldId id="635" r:id="rId37"/>
  </p:sldIdLst>
  <p:sldSz cx="9144000" cy="5143500" type="screen16x9"/>
  <p:notesSz cx="6858000" cy="9144000"/>
  <p:custDataLst>
    <p:tags r:id="rId4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C00"/>
    <a:srgbClr val="CCFFFF"/>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3" autoAdjust="0"/>
    <p:restoredTop sz="94660"/>
  </p:normalViewPr>
  <p:slideViewPr>
    <p:cSldViewPr>
      <p:cViewPr>
        <p:scale>
          <a:sx n="142" d="100"/>
          <a:sy n="142" d="100"/>
        </p:scale>
        <p:origin x="-2652" y="-1668"/>
      </p:cViewPr>
      <p:guideLst>
        <p:guide orient="horz" pos="2820"/>
        <p:guide pos="259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2.xml"/><Relationship Id="rId8" Type="http://schemas.openxmlformats.org/officeDocument/2006/relationships/notesMaster" Target="notesMasters/notesMaster1.xml"/><Relationship Id="rId7" Type="http://schemas.openxmlformats.org/officeDocument/2006/relationships/slide" Target="slides/slide1.xml"/><Relationship Id="rId6" Type="http://schemas.openxmlformats.org/officeDocument/2006/relationships/slideMaster" Target="slideMasters/slideMaster5.xml"/><Relationship Id="rId5" Type="http://schemas.openxmlformats.org/officeDocument/2006/relationships/slideMaster" Target="slideMasters/slideMaster4.xml"/><Relationship Id="rId41" Type="http://schemas.openxmlformats.org/officeDocument/2006/relationships/tags" Target="tags/tag1.xml"/><Relationship Id="rId40" Type="http://schemas.openxmlformats.org/officeDocument/2006/relationships/tableStyles" Target="tableStyles.xml"/><Relationship Id="rId4" Type="http://schemas.openxmlformats.org/officeDocument/2006/relationships/slideMaster" Target="slideMasters/slideMaster3.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0.xml"/><Relationship Id="rId36" Type="http://schemas.openxmlformats.org/officeDocument/2006/relationships/slide" Target="slides/slide29.xml"/><Relationship Id="rId35" Type="http://schemas.openxmlformats.org/officeDocument/2006/relationships/slide" Target="slides/slide28.xml"/><Relationship Id="rId34" Type="http://schemas.openxmlformats.org/officeDocument/2006/relationships/slide" Target="slides/slide27.xml"/><Relationship Id="rId33" Type="http://schemas.openxmlformats.org/officeDocument/2006/relationships/slide" Target="slides/slide26.xml"/><Relationship Id="rId32" Type="http://schemas.openxmlformats.org/officeDocument/2006/relationships/slide" Target="slides/slide25.xml"/><Relationship Id="rId31" Type="http://schemas.openxmlformats.org/officeDocument/2006/relationships/slide" Target="slides/slide24.xml"/><Relationship Id="rId30" Type="http://schemas.openxmlformats.org/officeDocument/2006/relationships/slide" Target="slides/slide23.xml"/><Relationship Id="rId3" Type="http://schemas.openxmlformats.org/officeDocument/2006/relationships/slideMaster" Target="slideMasters/slideMaster2.xml"/><Relationship Id="rId29" Type="http://schemas.openxmlformats.org/officeDocument/2006/relationships/slide" Target="slides/slide22.xml"/><Relationship Id="rId28" Type="http://schemas.openxmlformats.org/officeDocument/2006/relationships/slide" Target="slides/slide21.xml"/><Relationship Id="rId27" Type="http://schemas.openxmlformats.org/officeDocument/2006/relationships/slide" Target="slides/slide20.xml"/><Relationship Id="rId26" Type="http://schemas.openxmlformats.org/officeDocument/2006/relationships/slide" Target="slides/slide19.xml"/><Relationship Id="rId25" Type="http://schemas.openxmlformats.org/officeDocument/2006/relationships/slide" Target="slides/slide18.xml"/><Relationship Id="rId24" Type="http://schemas.openxmlformats.org/officeDocument/2006/relationships/slide" Target="slides/slide17.xml"/><Relationship Id="rId23" Type="http://schemas.openxmlformats.org/officeDocument/2006/relationships/slide" Target="slides/slide16.xml"/><Relationship Id="rId22" Type="http://schemas.openxmlformats.org/officeDocument/2006/relationships/slide" Target="slides/slide15.xml"/><Relationship Id="rId21" Type="http://schemas.openxmlformats.org/officeDocument/2006/relationships/slide" Target="slides/slide14.xml"/><Relationship Id="rId20" Type="http://schemas.openxmlformats.org/officeDocument/2006/relationships/slide" Target="slides/slide13.xml"/><Relationship Id="rId2" Type="http://schemas.openxmlformats.org/officeDocument/2006/relationships/theme" Target="theme/theme1.xml"/><Relationship Id="rId19" Type="http://schemas.openxmlformats.org/officeDocument/2006/relationships/slide" Target="slides/slide12.xml"/><Relationship Id="rId18" Type="http://schemas.openxmlformats.org/officeDocument/2006/relationships/slide" Target="slides/slide11.xml"/><Relationship Id="rId17" Type="http://schemas.openxmlformats.org/officeDocument/2006/relationships/slide" Target="slides/slide10.xml"/><Relationship Id="rId16" Type="http://schemas.openxmlformats.org/officeDocument/2006/relationships/slide" Target="slides/slide9.xml"/><Relationship Id="rId15" Type="http://schemas.openxmlformats.org/officeDocument/2006/relationships/slide" Target="slides/slide8.xml"/><Relationship Id="rId14" Type="http://schemas.openxmlformats.org/officeDocument/2006/relationships/slide" Target="slides/slide7.xml"/><Relationship Id="rId13" Type="http://schemas.openxmlformats.org/officeDocument/2006/relationships/slide" Target="slides/slide6.xml"/><Relationship Id="rId12" Type="http://schemas.openxmlformats.org/officeDocument/2006/relationships/slide" Target="slides/slide5.xml"/><Relationship Id="rId11" Type="http://schemas.openxmlformats.org/officeDocument/2006/relationships/slide" Target="slides/slide4.xml"/><Relationship Id="rId10" Type="http://schemas.openxmlformats.org/officeDocument/2006/relationships/slide" Target="slides/slide3.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oleObject" Target="file:///C:\Users\tlow\Desktop\cs229adraft\data.xlsx" TargetMode="External"/></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5940965536159"/>
          <c:y val="0.0657141854446913"/>
          <c:w val="0.776461288861378"/>
          <c:h val="0.758977289372818"/>
        </c:manualLayout>
      </c:layout>
      <c:scatterChart>
        <c:scatterStyle val="lineMarker"/>
        <c:varyColors val="0"/>
        <c:ser>
          <c:idx val="0"/>
          <c:order val="0"/>
          <c:tx>
            <c:strRef>
              <c:f>Sheet1!$B$1</c:f>
              <c:strCache>
                <c:ptCount val="1"/>
                <c:pt idx="0">
                  <c:v>Size (feet2)</c:v>
                </c:pt>
              </c:strCache>
            </c:strRef>
          </c:tx>
          <c:spPr>
            <a:ln w="38100" cap="rnd" cmpd="sng" algn="ctr">
              <a:noFill/>
              <a:prstDash val="solid"/>
              <a:round/>
            </a:ln>
          </c:spPr>
          <c:marker>
            <c:symbol val="x"/>
            <c:size val="12"/>
            <c:spPr>
              <a:noFill/>
              <a:ln w="19050" cap="flat" cmpd="sng" algn="ctr">
                <a:solidFill>
                  <a:srgbClr val="C00000"/>
                </a:solidFill>
                <a:prstDash val="solid"/>
                <a:round/>
              </a:ln>
            </c:spPr>
          </c:marker>
          <c:dLbls>
            <c:delete val="1"/>
          </c:dLbls>
          <c:xVal>
            <c:numRef>
              <c:f>Sheet1!$A$2:$A$12</c:f>
              <c:numCache>
                <c:formatCode>General</c:formatCode>
                <c:ptCount val="11"/>
                <c:pt idx="0">
                  <c:v>432.422969187675</c:v>
                </c:pt>
                <c:pt idx="1">
                  <c:v>610.994397759104</c:v>
                </c:pt>
                <c:pt idx="2">
                  <c:v>628.501400560224</c:v>
                </c:pt>
                <c:pt idx="3">
                  <c:v>856.09243697479</c:v>
                </c:pt>
                <c:pt idx="4">
                  <c:v>950.63025210084</c:v>
                </c:pt>
                <c:pt idx="5">
                  <c:v>1202.73109243697</c:v>
                </c:pt>
                <c:pt idx="6">
                  <c:v>1412.81512605042</c:v>
                </c:pt>
                <c:pt idx="7">
                  <c:v>1661.41456582633</c:v>
                </c:pt>
                <c:pt idx="8">
                  <c:v>1787.4649859944</c:v>
                </c:pt>
                <c:pt idx="9">
                  <c:v>1952.03081232493</c:v>
                </c:pt>
                <c:pt idx="10">
                  <c:v>2186.62464985994</c:v>
                </c:pt>
              </c:numCache>
            </c:numRef>
          </c:xVal>
          <c:yVal>
            <c:numRef>
              <c:f>Sheet1!$B$2:$B$12</c:f>
              <c:numCache>
                <c:formatCode>General</c:formatCode>
                <c:ptCount val="11"/>
                <c:pt idx="0">
                  <c:v>100.917431192661</c:v>
                </c:pt>
                <c:pt idx="1">
                  <c:v>143.730886850153</c:v>
                </c:pt>
                <c:pt idx="2">
                  <c:v>213.455657492355</c:v>
                </c:pt>
                <c:pt idx="3">
                  <c:v>229.357798165138</c:v>
                </c:pt>
                <c:pt idx="4">
                  <c:v>288.073394495413</c:v>
                </c:pt>
                <c:pt idx="5">
                  <c:v>274.617737003058</c:v>
                </c:pt>
                <c:pt idx="6">
                  <c:v>308.868501529052</c:v>
                </c:pt>
                <c:pt idx="7">
                  <c:v>290.519877675841</c:v>
                </c:pt>
                <c:pt idx="8">
                  <c:v>337.003058103976</c:v>
                </c:pt>
                <c:pt idx="9">
                  <c:v>306.422018348624</c:v>
                </c:pt>
                <c:pt idx="10">
                  <c:v>291.743119266055</c:v>
                </c:pt>
              </c:numCache>
            </c:numRef>
          </c:yVal>
          <c:smooth val="0"/>
        </c:ser>
        <c:dLbls>
          <c:showLegendKey val="0"/>
          <c:showVal val="0"/>
          <c:showCatName val="0"/>
          <c:showSerName val="0"/>
          <c:showPercent val="0"/>
          <c:showBubbleSize val="0"/>
        </c:dLbls>
        <c:axId val="108834176"/>
        <c:axId val="110634496"/>
      </c:scatterChart>
      <c:valAx>
        <c:axId val="108834176"/>
        <c:scaling>
          <c:orientation val="minMax"/>
        </c:scaling>
        <c:delete val="0"/>
        <c:axPos val="b"/>
        <c:numFmt formatCode="General" sourceLinked="1"/>
        <c:majorTickMark val="cross"/>
        <c:minorTickMark val="none"/>
        <c:tickLblPos val="nextTo"/>
        <c:spPr>
          <a:ln w="38100" cap="flat" cmpd="sng" algn="ctr">
            <a:solidFill>
              <a:schemeClr val="bg1">
                <a:lumMod val="50000"/>
              </a:schemeClr>
            </a:solidFill>
            <a:prstDash val="solid"/>
            <a:round/>
          </a:ln>
        </c:spPr>
        <c:txPr>
          <a:bodyPr rot="-60000000" spcFirstLastPara="0" vertOverflow="ellipsis" vert="horz" wrap="square" anchor="ctr" anchorCtr="1"/>
          <a:lstStyle/>
          <a:p>
            <a:pPr>
              <a:defRPr lang="zh-CN" sz="1600" b="0" i="0" u="none" strike="noStrike" kern="1200" baseline="0">
                <a:solidFill>
                  <a:schemeClr val="tx1"/>
                </a:solidFill>
                <a:latin typeface="+mn-lt"/>
                <a:ea typeface="+mn-ea"/>
                <a:cs typeface="+mn-cs"/>
              </a:defRPr>
            </a:pPr>
          </a:p>
        </c:txPr>
        <c:crossAx val="110634496"/>
        <c:crosses val="autoZero"/>
        <c:crossBetween val="midCat"/>
        <c:majorUnit val="500"/>
      </c:valAx>
      <c:valAx>
        <c:axId val="110634496"/>
        <c:scaling>
          <c:orientation val="minMax"/>
        </c:scaling>
        <c:delete val="0"/>
        <c:axPos val="l"/>
        <c:majorGridlines>
          <c:spPr>
            <a:ln w="9525" cap="flat" cmpd="sng" algn="ctr">
              <a:noFill/>
              <a:prstDash val="solid"/>
              <a:round/>
            </a:ln>
          </c:spPr>
        </c:majorGridlines>
        <c:numFmt formatCode="General" sourceLinked="1"/>
        <c:majorTickMark val="cross"/>
        <c:minorTickMark val="none"/>
        <c:tickLblPos val="nextTo"/>
        <c:spPr>
          <a:ln w="38100" cap="flat" cmpd="sng" algn="ctr">
            <a:solidFill>
              <a:schemeClr val="tx1">
                <a:tint val="75000"/>
                <a:shade val="95000"/>
                <a:satMod val="105000"/>
              </a:schemeClr>
            </a:solidFill>
            <a:prstDash val="solid"/>
            <a:round/>
          </a:ln>
        </c:spPr>
        <c:txPr>
          <a:bodyPr rot="-60000000" spcFirstLastPara="0" vertOverflow="ellipsis" vert="horz" wrap="square" anchor="ctr" anchorCtr="1"/>
          <a:lstStyle/>
          <a:p>
            <a:pPr>
              <a:defRPr lang="zh-CN" sz="1600" b="0" i="0" u="none" strike="noStrike" kern="1200" baseline="0">
                <a:solidFill>
                  <a:schemeClr val="tx1"/>
                </a:solidFill>
                <a:latin typeface="+mn-lt"/>
                <a:ea typeface="+mn-ea"/>
                <a:cs typeface="+mn-cs"/>
              </a:defRPr>
            </a:pPr>
          </a:p>
        </c:txPr>
        <c:crossAx val="108834176"/>
        <c:crosses val="autoZero"/>
        <c:crossBetween val="midCat"/>
        <c:majorUnit val="100"/>
        <c:minorUnit val="10"/>
      </c:valAx>
    </c:plotArea>
    <c:plotVisOnly val="1"/>
    <c:dispBlanksAs val="gap"/>
    <c:showDLblsOverMax val="0"/>
    <c:extLst>
      <c:ext uri="{0b15fc19-7d7d-44ad-8c2d-2c3a37ce22c3}">
        <chartProps xmlns="https://web.wps.cn/et/2018/main" chartId="{1a7fc383-05d9-43af-b82c-3bee79974d2a}"/>
      </c:ext>
    </c:extLst>
  </c:chart>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depthPercent val="100"/>
      <c:rAngAx val="0"/>
      <c:perspective val="30"/>
    </c:view3D>
    <c:floor>
      <c:thickness val="0"/>
    </c:floor>
    <c:sideWall>
      <c:thickness val="0"/>
    </c:sideWall>
    <c:backWall>
      <c:thickness val="0"/>
    </c:backWall>
    <c:plotArea>
      <c:layout>
        <c:manualLayout>
          <c:layoutTarget val="inner"/>
          <c:xMode val="edge"/>
          <c:yMode val="edge"/>
          <c:x val="0.00833333333333333"/>
          <c:y val="0.00739074803149606"/>
          <c:w val="0.874951007286075"/>
          <c:h val="0.933234251968504"/>
        </c:manualLayout>
      </c:layout>
      <c:pie3DChart>
        <c:varyColors val="1"/>
        <c:ser>
          <c:idx val="0"/>
          <c:order val="0"/>
          <c:tx>
            <c:strRef>
              <c:f>Sheet1!$B$1</c:f>
              <c:strCache>
                <c:ptCount val="1"/>
                <c:pt idx="0">
                  <c:v>Sales</c:v>
                </c:pt>
              </c:strCache>
            </c:strRef>
          </c:tx>
          <c:explosion val="26"/>
          <c:dPt>
            <c:idx val="0"/>
            <c:bubble3D val="0"/>
            <c:explosion val="13"/>
          </c:dPt>
          <c:dPt>
            <c:idx val="1"/>
            <c:bubble3D val="0"/>
            <c:explosion val="20"/>
          </c:dPt>
          <c:dPt>
            <c:idx val="2"/>
            <c:bubble3D val="0"/>
            <c:explosion val="11"/>
          </c:dPt>
          <c:dPt>
            <c:idx val="3"/>
            <c:bubble3D val="0"/>
          </c:dPt>
          <c:dLbls>
            <c:delete val="1"/>
          </c:dLbls>
          <c:cat>
            <c:strRef>
              <c:f>Sheet1!$A$2:$A$5</c:f>
              <c:strCache>
                <c:ptCount val="3"/>
                <c:pt idx="0">
                  <c:v>1st Qtr</c:v>
                </c:pt>
                <c:pt idx="1">
                  <c:v>2nd Qtr</c:v>
                </c:pt>
                <c:pt idx="2">
                  <c:v>3rd Qtr</c:v>
                </c:pt>
              </c:strCache>
            </c:strRef>
          </c:cat>
          <c:val>
            <c:numRef>
              <c:f>Sheet1!$B$2:$B$5</c:f>
              <c:numCache>
                <c:formatCode>General</c:formatCode>
                <c:ptCount val="4"/>
                <c:pt idx="0">
                  <c:v>2.6</c:v>
                </c:pt>
                <c:pt idx="1">
                  <c:v>8.2</c:v>
                </c:pt>
                <c:pt idx="2">
                  <c:v>3.2</c:v>
                </c:pt>
              </c:numCache>
            </c:numRef>
          </c:val>
        </c:ser>
        <c:dLbls>
          <c:showLegendKey val="0"/>
          <c:showVal val="0"/>
          <c:showCatName val="0"/>
          <c:showSerName val="0"/>
          <c:showPercent val="0"/>
          <c:showBubbleSize val="0"/>
        </c:dLbls>
      </c:pie3DChart>
    </c:plotArea>
    <c:plotVisOnly val="1"/>
    <c:dispBlanksAs val="gap"/>
    <c:showDLblsOverMax val="0"/>
    <c:extLst>
      <c:ext uri="{0b15fc19-7d7d-44ad-8c2d-2c3a37ce22c3}">
        <chartProps xmlns="https://web.wps.cn/et/2018/main" chartId="{0a14f487-c1ab-4e27-9ac7-4355ba00c9a0}"/>
      </c:ext>
    </c:extLst>
  </c:chart>
  <c:txPr>
    <a:bodyPr/>
    <a:lstStyle/>
    <a:p>
      <a:pPr>
        <a:defRPr lang="zh-CN" sz="1800"/>
      </a:pPr>
    </a:p>
  </c:txPr>
  <c:externalData r:id="rId1">
    <c:autoUpdate val="0"/>
  </c:externalData>
</c:chartSpace>
</file>

<file path=ppt/ink/ink1.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09-23T00:10:07"/>
    </inkml:context>
    <inkml:brush xml:id="br0">
      <inkml:brushProperty name="width" value="0.05292" units="cm"/>
      <inkml:brushProperty name="height" value="0.05292" units="cm"/>
      <inkml:brushProperty name="color" value="#ff00ff"/>
    </inkml:brush>
  </inkml:definitions>
  <inkml:trace contextRef="#ctx0" brushRef="#br0">991.000 8862.000 5028,'-39.000'0.000'4805,"39.000"20.000"-3908,-20.000-20.000-129,20.000 0.000 385,0.000 0.000 65,0.000 0.000-514,0.000 0.000-319,-20.000 0.000-1,20.000 0.000 129,0.000 0.000 63,0.000-20.000-192,0.000 20.000-127,0.000 0.000-65,0.000 0.000 64,20.000-20.000-160,0.000 20.000-32,19.000-20.000-32,21.000-19.000 0,-1.000 19.000 32,20.000-20.000-64,2.000 1.000 0,18.000-1.000 64,0.000 0.000-96,19.000 0.000 32,-19.000 0.000-256,0.000 21.000 128,-18.000-22.000-64,-22.000 22.000-193,-19.000-1.000-511,-1.000 0.000-289,-39.000 20.000-513,20.000-19.000-1569,-20.000 19.000-2210</inkml:trace>
  <inkml:trace contextRef="#ctx0" brushRef="#br0">1884.000 8286.000 4067,'-79.000'-20.000'2403,"40.000"0.000"-802,19.000 20.000-159,0.000 0.000 319,-1.000-20.000-31,21.000 20.000-833,0.000 0.000-449,0.000 0.000 257,0.000 0.000-33,21.000 0.000-127,19.000-19.000-225,-1.000 19.000-96,21.000 0.000-63,-1.000 0.000-65,0.000 0.000 0,1.000 0.000-96,-1.000 0.000-32,-18.000 19.000-32,-1.000 1.000 64,-22.000 0.000-64,3.000 0.000 32,-21.000 0.000 64,0.000 0.000 96,-21.000 19.000 0,-17.000-18.000 32,18.000 18.000-96,-1.000 0.000-64,-17.000-18.000-160,38.000-1.000-1249,-20.000-1.000-1955,-1.000 21.000-5028</inkml:trace>
  <inkml:trace contextRef="#ctx0" brushRef="#br0">3453.000 8684.000 2914,'20.000'0.000'929,"19.000"0.000"-544,-19.000 0.000 736,0.000 0.000 320,20.000 0.000 257,-1.000 0.000-513,21.000 0.000-513,-1.000 0.000-223,2.000 0.000 63,18.000 0.000 225,0.000 0.000-161,0.000 19.000-127,20.000-19.000-225,0.000 0.000-64,21.000 0.000 96,-1.000 0.000 97,1.000 0.000-129,-1.000-19.000-96,19.000 19.000-32,1.000 0.000-32,20.000 0.000 32,0.000 0.000-64,-1.000 0.000 32,2.000 0.000 33,-2.000 0.000 95,0.000 0.000 0,2.000 0.000 64,-2.000 0.000-96,-18.000 0.000-96,-1.000 0.000-32,-1.000 0.000 32,-18.000 0.000-64,-1.000 0.000 0,-20.000 0.000 0,-20.000 0.000 0,0.000 0.000-32,-18.000 0.000-96,-2.000 0.000-192,-19.000 0.000-353,-1.000 0.000-1024,-19.000-21.000-2019</inkml:trace>
  <inkml:trace contextRef="#ctx0" brushRef="#br0">14331.000 8008.000 10249,'0.000'0.000'1185,"0.000"0.000"-1185,41.000 0.000 833,-3.000 0.000 673,23.000-21.000-385,-2.000 2.000-417,40.000 19.000-255,0.000-20.000-1,0.000 0.000 225,21.000 0.000-193,-41.000 0.000-224,20.000 0.000-288,-38.000 20.000-96,-23.000 0.000-512,3.000 0.000-1506,-21.000 0.000-2691</inkml:trace>
  <inkml:trace contextRef="#ctx0" brushRef="#br0">14967.000 7928.000 11082,'0.000'40.000'1377,"0.000"0.000"-320,20.000-1.000-64,-20.000 1.000 0,19.000 0.000-448,1.000 19.000-289,-20.000 1.000-160,20.000 0.000-192,-20.000-1.000-417,0.000-19.000-896,0.000 19.000-2851</inkml:trace>
  <inkml:trace contextRef="#ctx0" brushRef="#br0">3870.000 2464.000 4644,'-21.000'0.000'1185,"21.000"0.000"-32,0.000 0.000 321,0.000 0.000-129,0.000 0.000-609,0.000 0.000-543,0.000 0.000 319,21.000 0.000 481,-1.000 0.000-64,0.000 0.000-192,19.000 0.000-161,21.000 0.000-159,-1.000 0.000-97,40.000 0.000-192,1.000-20.000 96,-1.000 20.000-64,0.000 0.000-31,0.000-20.000-65,0.000 20.000-64,-20.000 0.000 32,2.000 20.000 0,18.000-20.000 32,-20.000 0.000-64,-20.000 20.000 64,20.000-20.000 0,-18.000 0.000-32,-2.000 0.000 32,1.000 0.000-32,-21.000 0.000-32,1.000 0.000-224,-20.000 0.000-225,1.000 0.000-319,-21.000 0.000-834,0.000 0.000-864,0.000 0.000-897</inkml:trace>
  <inkml:trace contextRef="#ctx0" brushRef="#br0">8794.000 2424.000 4644,'0.000'0.000'1505,"0.000"0.000"353,0.000 0.000-256,0.000 0.000-449,0.000 0.000-192,0.000 0.000-257,0.000 0.000-159,0.000 0.000-1,18.000 0.000-31,2.000-20.000-97,0.000 20.000-192,1.000 20.000-128,38.000-20.000 1,-19.000 0.000-1,39.000 0.000 0,0.000 0.000-32,0.000-20.000 0,20.000 20.000-32,-18.000 0.000-32,18.000 0.000 0,-20.000 0.000 0,20.000 0.000 0,1.000 0.000-64,-21.000 0.000-64,0.000 0.000 64,1.000 0.000-32,20.000 0.000 64,-21.000 0.000-33,0.000 0.000 65,20.000 20.000 0,-20.000-20.000 65,2.000 0.000-65,18.000 0.000-32,-20.000 0.000 32,20.000 0.000 0,-20.000 0.000 32,20.000 0.000-32,1.000 20.000 0,-1.000-20.000 64,0.000 0.000 64,0.000 0.000 0,1.000 0.000-64,-1.000 20.000-32,-20.000-20.000-32,20.000 0.000-32,0.000 0.000 32,0.000 0.000 32,2.000 0.000-32,17.000 0.000-32,1.000 19.000 64,-19.000-19.000 32,19.000-19.000-32,0.000 19.000-32,-19.000 0.000 32,19.000-20.000 64,-20.000 20.000 64,0.000 0.000-64,21.000 0.000-96,-21.000 0.000 0,0.000 0.000 0,1.000 0.000-32,-1.000 0.000-96,0.000 0.000-32,0.000 0.000 64,0.000-20.000 32,1.000 20.000 0,-1.000 0.000 32,20.000 0.000 32,-20.000-20.000 0,1.000 20.000 32,19.000 0.000 0,-20.000-19.000 0,0.000 19.000 128,-19.000 0.000-128,19.000 0.000 64,-40.000 0.000-96,20.000 0.000 0,-19.000 0.000 0,-21.000-21.000 0,1.000 21.000-32,1.000 21.000 0,-3.000-21.000 0,-18.000 0.000 0,1.000 0.000-128,-21.000 0.000-321,20.000 0.000-736,-20.000 0.000-704,-20.000 0.000-1090</inkml:trace>
  <inkml:trace contextRef="#ctx0" brushRef="#br0">14510.000 1589.000 4228,'-39.000'0.000'960,"19.000"0.000"-799,0.000 0.000 767,20.000 0.000 194,-21.000 20.000-98,21.000-20.000-479,0.000 0.000-161,-20.000 0.000 321,20.000 0.000 64,0.000 0.000 96,0.000 20.000-1,20.000-20.000 97,1.000 0.000-320,-1.000 0.000-129,20.000 0.000-255,19.000 0.000-129,20.000 0.000 32,20.000-20.000 64,21.000 20.000 128,19.000 0.000 97,19.000 0.000-97,2.000 0.000-192,18.000 0.000-96,21.000 20.000 0,-1.000-20.000 33,1.000 0.000-1,-1.000 0.000 0,0.000 20.000 0,-19.000-20.000-64,-1.000 0.000 32,2.000-20.000-64,-22.000 20.000 32,-18.000 0.000-128,18.000 0.000-32,-39.000 0.000 32,0.000-20.000 64,1.000 20.000 32,-21.000 0.000 0,-20.000-20.000-32,-20.000 20.000-1250,-19.000 0.000-2689</inkml:trace>
  <inkml:trace contextRef="#ctx0" brushRef="#br0">7680.000 9935.000 10602,'21.000'-19.000'64,"-1.000"19.000"32,20.000 0.000 64,-1.000-21.000 320,1.000 21.000 33,19.000 0.000-225,22.000-19.000-224,18.000 19.000-32,19.000-20.000 96,21.000 0.000 289,1.000 0.000 63,18.000 20.000-256,20.000-20.000-128,-18.000 20.000-64,18.000-20.000-32,0.000 20.000 32,-18.000 0.000-128,-2.000 0.000 0,2.000 0.000 128,-22.000 0.000-32,1.000 0.000 32,-1.000 0.000 64,-18.000 0.000 97,-21.000-19.000 95,0.000 19.000 224,0.000-20.000-223,-18.000 20.000-193,-22.000-20.000-64,0.000 20.000-64,-39.000 0.000-353,0.000 0.000-447,0.000 0.000-866,-40.000 0.000-1089,0.000 20.000-2305</inkml:trace>
  <inkml:trace contextRef="#ctx0" brushRef="#br0">10282.000 9955.000 1,'0.000'-20.000'7590,"0.000"1.000"-6437,0.000 19.000 256,0.000-21.000 289,0.000 21.000-577,0.000 0.000-449,0.000 0.000-543,0.000 0.000-161,20.000 21.000 384,-20.000-2.000 0,19.000 1.000 65,21.000 0.000-225,-20.000 0.000-96,20.000 20.000 64,19.000-20.000-32,20.000-1.000 128,21.000 22.000-63,19.000-22.000-129,0.000 1.000 32,39.000-20.000-64,2.000 20.000 64,18.000-20.000 0,1.000 19.000-64,19.000-19.000 0,1.000 0.000 32,19.000 0.000-32,-19.000-19.000 0,19.000 19.000-64,1.000-20.000 32,-1.000 20.000-32,1.000-20.000-32,-2.000 1.000 0,2.000 19.000 0,-1.000-21.000 32,1.000 1.000 0,20.000 1.000 32,-21.000 19.000 0,-1.000-40.000 0,-18.000 20.000 32,19.000 0.000-32,1.000 0.000 0,-21.000-19.000-32,1.000-1.000-32,-1.000 0.000-96,-18.000 0.000-33,-22.000 1.000 1,0.000-1.000 64,-18.000 0.000 64,-1.000 1.000 64,-19.000-1.000 96,-21.000 20.000 160,-20.000-20.000 33,0.000 0.000 31,-20.000 20.000-160,-19.000 0.000-128,1.000 1.000-64,-23.000 19.000-448,-18.000-21.000-738,-18.000 21.000-1408,-2.000 0.000-1762</inkml:trace>
  <inkml:trace contextRef="#ctx0" brushRef="#br0">17666.000 9180.000 11947,'79.000'-40.000'576,"-38.000"40.000"-95,-21.000-19.000 864,0.000 19.000-256,0.000 0.000-737,-20.000 0.000-255,0.000 19.000-1,0.000 1.000 0,0.000 20.000 32,-20.000 0.000-32,20.000-1.000 0,0.000 1.000 64,0.000 0.000-96,0.000-1.000 64,20.000 2.000 33,-1.000-22.000-1,21.000 21.000 160,0.000-21.000-32,19.000-19.000 65,0.000 21.000 31,1.000-21.000-32,-1.000 0.000-192,2.000-21.000-128,-22.000 21.000-32,1.000 0.000-192,-20.000-19.000-160,-1.000 19.000-32,-19.000-20.000-481,-19.000 20.000-577,-1.000-20.000-896,-20.000 20.000-1826</inkml:trace>
  <inkml:trace contextRef="#ctx0" brushRef="#br0">17786.000 9379.000 13676,'20.000'0.000'161,"0.000"-20.000"543,19.000 20.000 1058,21.000-20.000-513,-1.000 0.000-576,1.000 20.000-321,-1.000-20.000-96,-18.000 20.000-320,-3.000-20.000-672,-17.000 20.000-1058,-1.000 0.000-2210,-20.000 0.000-5765</inkml:trace>
  <inkml:trace contextRef="#ctx0" brushRef="#br0">17865.000 9100.000 13292,'-19.000'-39.000'1057,"38.000"19.000"-256,1.000 20.000 1057,40.000-20.000-673,-1.000 0.000-320,20.000 20.000-673,20.000-20.000-64,-20.000 20.000 0,21.000-19.000-192,-20.000 19.000 64,-1.000 0.000-961,-40.000 0.000-929,-19.000 0.000-1793</inkml:trace>
  <inkml:trace contextRef="#ctx0" brushRef="#br0">12922.000 11227.000 8872,'-20.000'20.000'1698,"20.000"-20.000"-1987,0.000 0.000 161,0.000 0.000 512,0.000 0.000 321,20.000 20.000 0,0.000-20.000-481,19.000 0.000-96,21.000 20.000-32,20.000-20.000-96,-1.000 0.000-96,20.000 0.000-32,0.000 0.000 128,20.000 0.000 32,21.000 0.000-32,-2.000 0.000 0,1.000 0.000 0,20.000 0.000 96,20.000 0.000-32,-20.000 0.000 0,19.000 0.000-32,20.000 0.000 64,-18.000 0.000 33,19.000 0.000-65,-1.000 19.000-64,21.000-19.000 32,-21.000 0.000 0,19.000 20.000-32,2.000-20.000 32,-1.000 20.000 32,1.000-20.000-64,20.000 0.000 32,-2.000 0.000-32,2.000 0.000-32,-1.000 0.000 96,20.000 0.000-96,-20.000 0.000 32,20.000 0.000 32,1.000 0.000 0,-22.000 0.000 0,22.000 0.000 128,-22.000 0.000 32,22.000 0.000 128,-20.000 0.000 129,-2.000 0.000 63,-18.000 0.000-31,-1.000 0.000-1,-19.000 0.000-223,-1.000-20.000-97,-38.000 20.000-128,-22.000-20.000 0,1.000 20.000 0,-40.000-19.000-32,-20.000 19.000 0,-20.000 0.000-96,-18.000-20.000-353,-41.000 20.000-351,0.000 0.000-898,-20.000 0.000-1377,-39.000-20.000-3107</inkml:trace>
  <inkml:trace contextRef="#ctx0" brushRef="#br0">20108.000 11526.000 6694,'-20.000'0.000'2722,"20.000"0.000"-1504,0.000-21.000 319,0.000 21.000-512,0.000 0.000-769,0.000 0.000-160,0.000 0.000-32,-19.000 21.000 193,19.000-21.000 287,0.000 19.000-127,-20.000 21.000-97,20.000-20.000 64,0.000 20.000 129,20.000 19.000 31,-1.000 1.000-191,21.000-1.000-65,0.000 1.000 0,-1.000-1.000-224,22.000-19.000 641,18.000 20.000-513,0.000-40.000 0,0.000 19.000 0,-19.000-19.000-96,19.000 0.000-31,-38.000 0.000-130,-3.000-20.000-95,3.000 0.000-448,-41.000 20.000-545,0.000-20.000-801,-20.000 0.000-2498</inkml:trace>
  <inkml:trace contextRef="#ctx0" brushRef="#br0">21418.000 12121.000 8263,'-19.000'0.000'1314,"19.000"0.000"-834,0.000 20.000 1314,0.000 20.000-97,0.000-1.000-768,0.000 21.000-320,19.000 20.000-257,-19.000-21.000-64,0.000 1.000-127,20.000-21.000-1,-20.000 1.000-128,20.000 20.000 0,0.000-21.000 32,1.000 21.000-64,-3.000-20.000 64,-18.000-1.000-64,20.000-18.000-128,-20.000-1.000-545,0.000-20.000-416,0.000 0.000-2114,0.000-20.000-1473</inkml:trace>
  <inkml:trace contextRef="#ctx0" brushRef="#br0">21379.000 12121.000 13452,'59.000'-20.000'417,"2.000"0.000"447,18.000 20.000 225,0.000 0.000-128,0.000 0.000-576,20.000 20.000-193,-39.000 20.000-160,-1.000 0.000-32,-18.000 19.000-32,-21.000 1.000-64,-20.000-21.000 0,0.000 1.000 160,-40.000-20.000 320,19.000 0.000 449,-17.000-1.000 64,-23.000-19.000-160,2.000 0.000-257,-21.000 21.000-288,1.000-21.000-192,-1.000-21.000-32,1.000 21.000-320,39.000-19.000-481,20.000-1.000-672,20.000 20.000-1314,40.000 0.000-2786</inkml:trace>
  <inkml:trace contextRef="#ctx0" brushRef="#br0">15781.000 8087.000 5349,'-20.000'0.000'2562,"20.000"0.000"-1537,-20.000 0.000 1249,20.000 0.000-352,0.000 0.000-224,0.000 0.000-609,20.000 0.000-513,0.000-20.000 33,19.000 0.000-65,1.000 20.000-127,19.000-19.000-129,22.000-22.000-64,-2.000 22.000-192,20.000-1.000 32,0.000 0.000-32,-20.000-20.000-32,0.000 20.000 0,2.000 1.000 64,-42.000-1.000-160,1.000 20.000-96,-1.000-20.000-577,-39.000 20.000-640,0.000 0.000-1314,-19.000 0.000-2754</inkml:trace>
  <inkml:trace contextRef="#ctx0" brushRef="#br0">15959.000 7789.000 9032,'59.000'-20.000'641,"-59.000"0.000"-577,20.000 20.000 448,-20.000 0.000 866,-20.000 0.000-546,2.000 20.000-832,-3.000 0.000 32,-19.000 0.000 193,-19.000 20.000 575,19.000-1.000-191,1.000 21.000-321,-1.000-21.000-192,-1.000 21.000-32,23.000-20.000 321,-2.000-20.000 223,20.000 0.000-127,0.000 0.000-33,20.000 0.000 225,-2.000-20.000-1,43.000 0.000-287,-2.000 0.000-225,20.000 0.000-160,2.000 0.000 0,-2.000 0.000-352,-21.000 19.000-705,3.000-19.000-1826,-22.000 0.000-8039</inkml:trace>
  <inkml:trace contextRef="#ctx0" brushRef="#br0">22570.000 12419.000 12491,'20.000'19.000'225,"19.000"-19.000"639,-19.000 0.000 354,20.000 0.000-97,39.000-19.000-481,21.000-1.000-159,39.000 0.000-97,-20.000 1.000-256,-1.000-2.000-96,-57.000 21.000-96,-23.000-20.000-480,-17.000 20.000-321,19.000 0.000-1185,-20.000 0.000-2402,-20.000 0.000-4325</inkml:trace>
  <inkml:trace contextRef="#ctx0" brushRef="#br0">23007.000 12200.000 4932,'-40.000'20.000'-1217,"-19.000"0.000"448,19.000 0.000 161,-19.000 0.000 736,-2.000 19.000 1153,2.000-19.000 577,-1.000 20.000 160,21.000-20.000 929,19.000 0.000-417,0.000-20.000-576,0.000 19.000-801,20.000 2.000-288,0.000-1.000-225,20.000 0.000-63,20.000-1.000 63,-1.000 2.000-255,21.000-2.000-97,19.000 1.000-160,-18.000 0.000-128,18.000-20.000-160,0.000 0.000-288,-20.000 0.000-449,-19.000 0.000-352,0.000 0.000-769,-21.000 0.000-2242</inkml:trace>
  <inkml:trace contextRef="#ctx0" brushRef="#br0">19116.000 9319.000 13612,'-20.000'0.000'705,"20.000"0.000"-641,0.000 0.000 481,0.000 0.000 480,20.000 0.000-97,0.000 0.000-287,19.000 0.000-96,21.000 0.000-65,-1.000 0.000 1,40.000-20.000-193,0.000 20.000 64,1.000 0.000-192,19.000 0.000 0,-20.000-20.000-256,0.000 20.000-32,-19.000-19.000-192,-20.000 19.000-321,-21.000 0.000-448,1.000 0.000-833,-40.000 0.000-1953,-20.000 0.000-3812</inkml:trace>
  <inkml:trace contextRef="#ctx0" brushRef="#br0">19553.000 9100.000 9352,'79.000'-19.000'609,"-59.000"-1.000"-737,0.000 20.000-353,-20.000 0.000-480,-40.000 20.000 961,0.000-1.000-128,-19.000 21.000 96,-20.000 0.000 481,-2.000-20.000 640,2.000 20.000 288,-20.000-1.000 193,20.000-19.000-738,20.000 20.000-672,18.000 0.000-31,1.000-21.000 95,40.000 1.000 160,0.000 20.000 225,40.000-20.000 95,1.000 19.000-351,38.000-18.000-161,0.000 19.000-96,0.000-20.000-96,0.000 20.000-320,2.000-21.000-545,-2.000 1.000-1185,-20.000-20.000-3395</inkml:trace>
</inkml:ink>
</file>

<file path=ppt/ink/ink2.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09-23T00:11:26"/>
    </inkml:context>
    <inkml:brush xml:id="br0">
      <inkml:brushProperty name="width" value="0.05292" units="cm"/>
      <inkml:brushProperty name="height" value="0.05292" units="cm"/>
      <inkml:brushProperty name="color" value="#00ffff"/>
    </inkml:brush>
  </inkml:definitions>
  <inkml:trace contextRef="#ctx0" brushRef="#br0">5239.000 8306.000 7431,'-59.000'0.000'1665,"39.000"0.000"-1409,20.000 0.000 193,0.000 0.000-289,0.000 0.000 384,0.000 0.000 385,20.000 0.000-448,0.000 0.000-417,0.000-20.000-32,-1.000 20.000 0,21.000 0.000 64,0.000 0.000 0,-1.000 0.000-32,21.000 0.000-64,-1.000 0.000 64,2.000 0.000-32,18.000 0.000 0,0.000-20.000-32,0.000 20.000 32,20.000 0.000-32,21.000 0.000 0,-21.000 0.000 0,40.000 0.000 32,-19.000 0.000-64,18.000 0.000 64,1.000 0.000-32,-1.000 0.000 0,2.000 0.000 32,19.000-20.000-32,0.000 20.000 0,-1.000 0.000-96,1.000 0.000-32,20.000 0.000 96,-20.000 0.000 64,20.000 0.000-32,-1.000 0.000 64,0.000 0.000 32,21.000-20.000 64,-1.000 20.000 33,1.000 0.000 127,-1.000 0.000-96,21.000 0.000-96,-21.000 0.000-96,1.000 0.000 0,19.000 0.000-32,1.000 0.000 0,-21.000 0.000 0,1.000 0.000 32,-1.000 0.000 0,0.000 0.000 32,1.000 0.000 33,-1.000 0.000 95,-18.000 0.000-32,19.000 0.000-96,-21.000 0.000-64,20.000 0.000 0,-39.000 0.000 0,20.000 0.000 0,-21.000 0.000-32,-18.000 20.000-32,-2.000-20.000 0,2.000 0.000 64,-1.000 0.000 0,-21.000 0.000 32,1.000 20.000-32,-20.000-20.000 32,1.000 0.000-32,-1.000 0.000 0,20.000 0.000 0,-19.000 20.000 0,-1.000-20.000 0,0.000 0.000-32,0.000 0.000-64,-20.000 0.000 96,2.000 20.000 0,-2.000-20.000 0,0.000 0.000-160,-39.000 20.000-353,-1.000-1.000-672,1.000-19.000-1249,-19.000 20.000-2339</inkml:trace>
  <inkml:trace contextRef="#ctx0" brushRef="#br0">16396.000 8425.000 10057,'21.000'-20.000'192,"-3.000"1.000"737,22.000 19.000-224,1.000 0.000-353,38.000-21.000-128,0.000 21.000-192,40.000 0.000-96,21.000 0.000-320,18.000 0.000-225,20.000-20.000 321,21.000 20.000 128,19.000 0.000 128,41.000 0.000 32,-1.000-19.000 64,19.000 19.000 160,2.000 0.000 385,19.000-20.000-33,18.000 20.000-95,2.000-20.000 63,20.000 20.000-127,20.000-20.000-193,-22.000 20.000-128,2.000 0.000-64,0.000 0.000 32,-21.000 0.000-32,-18.000 0.000 64,-22.000 20.000 64,-19.000-20.000 32,-40.000 0.000-127,-39.000 20.000-97,-20.000-20.000-801,-80.000 0.000-1826,-38.000 0.000-3106</inkml:trace>
  <inkml:trace contextRef="#ctx0" brushRef="#br0">2560.000 9757.000 8199,'20.000'0.000'160,"-2.000"-20.000"-160,43.000 20.000 289,38.000 0.000-97,0.000-20.000 128,41.000 0.000 737,18.000 0.000 513,40.000 0.000 95,41.000-20.000-319,18.000 21.000-514,2.000 19.000-511,19.000-20.000-225,-1.000 20.000-32,1.000 0.000-64,-39.000 20.000-64,-21.000-20.000-289,-19.000 19.000 97,-41.000 2.000-128,-39.000-2.000-257,-40.000-19.000-576,-18.000 20.000-1442,-22.000-20.000-2914</inkml:trace>
  <inkml:trace contextRef="#ctx0" brushRef="#br0">13339.000 3318.000 6790,'0.000'-20.000'1185,"0.000"20.000"1025,0.000 0.000-224,0.000-20.000-641,20.000 20.000-576,-1.000 0.000-353,21.000-19.000-63,1.000 19.000 63,17.000-20.000-64,1.000 20.000 1,2.000 0.000-289,-2.000 0.000-64,-19.000 0.000 0,19.000 0.000-32,1.000 20.000-32,-21.000-1.000-128,22.000 1.000-1,-23.000 0.000 1,-17.000 20.000 64,-1.000 0.000 32,0.000-1.000-32,0.000 1.000 160,-20.000 19.000-96,-20.000 1.000 32,20.000 20.000 32,-20.000-1.000 0,0.000 1.000-64,-1.000-1.000 32,21.000-19.000 32,0.000-1.000 0,0.000 21.000 0,0.000-21.000 0,21.000-19.000 0,-1.000 20.000 32,20.000-20.000 64,-1.000 0.000 128,1.000-21.000 32,-1.000 1.000 129,21.000 0.000-1,-21.000-20.000 0,22.000 0.000-31,-3.000 0.000-97,-17.000 0.000-160,-1.000-20.000-96,-1.000 20.000 32,-39.000-20.000 32,20.000 20.000-64,-20.000-19.000 32,-20.000 19.000 32,0.000-21.000-96,1.000 21.000-32,-21.000 0.000 32,-21.000 0.000 64,23.000 21.000-32,-23.000-2.000 96,22.000 21.000-96,-1.000 0.000 32,1.000-1.000 32,-1.000 21.000-160,20.000-1.000 32,0.000 1.000 32,1.000 20.000-32,19.000 0.000-96,0.000-1.000 0,0.000 0.000 96,0.000 21.000-128,0.000-21.000 128,19.000 21.000-65,1.000 18.000 33,0.000 2.000-416,-20.000-21.000-33,20.000 1.000 417,-20.000 0.000 160,0.000-1.000-32,0.000-20.000 96,0.000-20.000 0,0.000 1.000 65,-20.000-20.000-65,0.000-1.000 64,0.000-18.000-64,-19.000-2.000 64,-1.000 1.000 0,1.000 1.000 353,-22.000-2.000 223,2.000 1.000-223,-1.000 0.000-129,1.000-1.000-192,19.000-19.000-288,-19.000 21.000 128,-2.000-21.000-352,2.000 20.000-289,19.000-20.000-640,1.000 0.000-352,-1.000 0.000-2499</inkml:trace>
  <inkml:trace contextRef="#ctx0" brushRef="#br0">14789.000 12499.000 13933,'-41.000'19.000'544,"1.000"-19.000"-576,40.000 0.000 64,0.000 21.000 417,20.000-21.000 127,0.000 19.000-95,21.000-19.000-161,-3.000 20.000-224,23.000 0.000 96,18.000 0.000 32,0.000 19.000 33,20.000-19.000-161,21.000 20.000 0,-21.000 0.000-32,20.000 20.000 0,1.000-21.000 0,18.000 0.000 32,-19.000 2.000 32,0.000-1.000 64,1.000-1.000-31,-1.000 1.000 31,-20.000 0.000-128,1.000-1.000-128,-21.000 1.000 0,-20.000-20.000 160,1.000 0.000-192,-21.000-20.000-385,1.000 0.000-320,-20.000 0.000-608,-20.000 0.000-2915,0.000-20.000-5990</inkml:trace>
  <inkml:trace contextRef="#ctx0" brushRef="#br0">14827.000 13154.000 9480,'21.000'20.000'833,"-21.000"-40.000"-1185,0.000 20.000-385,-21.000-20.000-96,1.000 1.000 513,2.000-21.000 769,-2.000 20.000 415,-21.000-40.000-191,21.000 21.000 64,-19.000-1.000 96,-1.000-20.000 448,1.000 21.000-320,19.000-21.000-385,0.000 20.000-63,0.000 20.000-65,0.000-20.000-32,20.000 1.000 1,0.000 19.000-33,0.000 0.000-63,20.000 0.000 31,20.000 20.000-192,19.000 0.000-64,20.000 0.000-32,20.000 0.000 128,21.000 0.000 65,19.000 0.000 31,19.000 20.000-64,-18.000-20.000-32,-1.000 20.000-128,-1.000 0.000-32,2.000 0.000-320,-21.000-1.000-449,-19.000 1.000-1120,-21.000 0.000-2980</inkml:trace>
</inkml:ink>
</file>

<file path=ppt/ink/ink3.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09-23T00:26:56"/>
    </inkml:context>
    <inkml:brush xml:id="br0">
      <inkml:brushProperty name="width" value="0.05292" units="cm"/>
      <inkml:brushProperty name="height" value="0.05292" units="cm"/>
      <inkml:brushProperty name="color" value="#00ff00"/>
    </inkml:brush>
    <inkml:brush xml:id="br1">
      <inkml:brushProperty name="width" value="0.05292" units="cm"/>
      <inkml:brushProperty name="height" value="0.05292" units="cm"/>
      <inkml:brushProperty name="color" value="#ff00ff"/>
    </inkml:brush>
    <inkml:brush xml:id="br2">
      <inkml:brushProperty name="width" value="0.05292" units="cm"/>
      <inkml:brushProperty name="height" value="0.05292" units="cm"/>
      <inkml:brushProperty name="color" value="#0000ff"/>
    </inkml:brush>
  </inkml:definitions>
  <inkml:trace contextRef="#ctx0" brushRef="#br0">11552.000 10214.000 864,'0.000'0.000'705,"0.000"0.000"-321,0.000 0.000 129,-19.000 0.000 480,19.000 0.000 96,0.000 0.000-256,0.000 0.000-33,0.000 0.000-31,0.000 0.000-64,0.000 0.000-321,0.000 0.000-128,0.000 0.000 65,0.000 0.000-1,0.000 0.000 32,0.000 0.000-31,0.000 0.000-1,0.000 0.000 0,19.000 0.000 33,-19.000 0.000-33,20.000 0.000-160,-20.000 0.000 0,20.000 0.000-32,0.000 0.000 0,19.000 0.000-96,-19.000 0.000 32,20.000 0.000-31,-1.000 0.000-33,21.000 0.000 0,-1.000 0.000 32,-18.000 0.000-32,38.000 0.000 32,-19.000 0.000 0,19.000 0.000-32,0.000 20.000 0,-20.000-20.000 0,22.000 0.000 32,-2.000 0.000 288,20.000 0.000-32,-20.000 0.000 65,20.000 0.000 31,1.000 0.000 64,-1.000 19.000 97,20.000-19.000 95,1.000 0.000-159,-21.000 0.000-65,20.000 0.000-127,-19.000 20.000-1,17.000-20.000-96,3.000 0.000 32,-21.000 0.000-64,20.000 0.000-64,1.000 0.000 1,-21.000-20.000 191,0.000 20.000-96,-40.000 0.000-128,2.000 0.000-64,-41.000 0.000-64,-2.000 0.000-705,-18.000 0.000-1185,0.000 20.000-896,0.000-20.000-2884</inkml:trace>
  <inkml:trace contextRef="#ctx0" brushRef="#br0">2580.000 6160.000 5413,'59.000'0.000'-161,"-39.000"-20.000"161,19.000 20.000 65,1.000 0.000 127,0.000-20.000 320,19.000 20.000-256,2.000 0.000-224,18.000 0.000 33,0.000-20.000-65,40.000 20.000 288,0.000 0.000 384,-1.000-20.000-31,22.000 20.000 32,18.000 0.000-129,-19.000 0.000-31,21.000 0.000-33,-22.000 0.000 33,2.000 0.000-161,-2.000 0.000-256,-39.000 20.000 0,2.000-20.000-96,-22.000 20.000-192,-20.000-20.000-609,-39.000 0.000-640,20.000 0.000-2595</inkml:trace>
  <inkml:trace contextRef="#ctx0" brushRef="#br0">10361.000 8246.000 1569,'0.000'0.000'1794,"0.000"-20.000"63,0.000 20.000-127,0.000 0.000-417,0.000 0.000-480,0.000 0.000 128,0.000-19.000 96,0.000 19.000 128,0.000 0.000-32,0.000 0.000-416,0.000 0.000-32,0.000 0.000-257,0.000 0.000-192,0.000 0.000-64,0.000 0.000 161,0.000 0.000 31,0.000 19.000-96,0.000-19.000 97,0.000 20.000-33,0.000 0.000-64,0.000 0.000-31,0.000 20.000-129,0.000-21.000-96,20.000 22.000 96,-20.000-2.000-96,0.000 0.000 32,0.000 2.000-64,0.000-2.000 0,0.000-19.000 0,0.000 20.000 96,0.000-21.000 0,0.000 2.000-160,0.000-2.000 32,0.000 2.000-96,0.000-21.000-288,0.000 0.000-353,0.000 0.000-897,0.000 0.000-1216,0.000 0.000-2980</inkml:trace>
  <inkml:trace contextRef="#ctx0" brushRef="#br0">10122.000 8425.000 5285,'0.000'0.000'864,"0.000"0.000"418,0.000 20.000 1344,0.000-20.000-960,0.000 0.000-577,0.000 0.000-160,0.000-20.000-193,0.000 20.000-159,0.000 0.000-193,0.000-20.000-96,20.000 20.000-31,-20.000-19.000-161,20.000-2.000-64,-20.000 1.000-32,21.000 20.000 32,-1.000-19.000 0,-2.000-1.000 0,3.000 0.000-32,-1.000 0.000 0,-20.000 20.000 0,20.000-20.000 0,0.000 20.000 0,-1.000-20.000-32,-19.000 20.000 0,20.000-19.000 0,-20.000 19.000 32,20.000 0.000-32,-20.000 0.000 0,0.000 0.000 32,20.000 0.000 0,-20.000 0.000 0,0.000 19.000 64,20.000-19.000 64,-20.000 20.000 32,20.000-20.000 64,-1.000 20.000 32,1.000 0.000-95,0.000 0.000-129,0.000 0.000 32,1.000-1.000-64,-3.000 1.000-64,2.000 1.000-417,1.000-21.000-768,-21.000 19.000-320,20.000-19.000-1859</inkml:trace>
  <inkml:trace contextRef="#ctx0" brushRef="#br0">9905.000 9041.000 1185,'-20.000'0.000'2370,"0.000"20.000"224,20.000-20.000 513,0.000 0.000-897,0.000 0.000-384,0.000 0.000-256,0.000 0.000-161,0.000-20.000-288,0.000 20.000-577,0.000 0.000-255,20.000 0.000-161,0.000-20.000-32,19.000 20.000-64,-19.000 0.000-32,20.000 0.000-64,-21.000 0.000 64,1.000-20.000-128,20.000 20.000 64,-19.000 0.000-481,-3.000 0.000 609,-18.000 0.000-160,20.000 0.000 32,-20.000 0.000 0,0.000 20.000 0,0.000-20.000 0,0.000 20.000 64,0.000-20.000-32,0.000 20.000-32,0.000 19.000 32,0.000-18.000 64,0.000 18.000-32,0.000-19.000-32,0.000 20.000 64,0.000-20.000-32,0.000 0.000-32,0.000-1.000 32,0.000 1.000-32,0.000 0.000-449,20.000-20.000-1056,-20.000 0.000-1378,0.000 0.000-3875</inkml:trace>
  <inkml:trace contextRef="#ctx0" brushRef="#br0">9964.000 9319.000 5605,'0.000'0.000'5925,"20.000"0.000"-5604,-20.000-20.000 1633,20.000 0.000 320,-1.000 20.000-1474,1.000-19.000-767,0.000 19.000-162,0.000-20.000-607,1.000 20.000-930,-3.000 0.000-2049</inkml:trace>
  <inkml:trace contextRef="#ctx0" brushRef="#br0">10401.000 9081.000 7046,'20.000'-20.000'128,"-1.000"20.000"257,1.000-20.000 1376,0.000 20.000-544,21.000-20.000-704,-23.000 20.000-385,2.000-20.000-64,-20.000 20.000 0,0.000 0.000 64,0.000 0.000 161,-20.000 0.000-289,2.000 20.000 32,-3.000-20.000 64,1.000 20.000-96,-20.000 0.000 32,21.000 0.000-32,-1.000-1.000 32,0.000 2.000-64,20.000-2.000 0,0.000 1.000 32,0.000 0.000 0,20.000-20.000 32,19.000 20.000-64,-19.000 0.000-96,20.000 0.000-97,-19.000-20.000 1,17.000 20.000 192,-38.000-20.000 0,21.000 19.000 32,-21.000-19.000 224,0.000 20.000 449,-21.000-20.000 32,1.000 0.000-321,2.000 0.000-128,-3.000 0.000-224,-19.000 20.000-192,20.000-20.000-96,1.000 0.000-385,-1.000 0.000-480,0.000 0.000-865,20.000 0.000-1281,0.000 0.000-2562</inkml:trace>
  <inkml:trace contextRef="#ctx0" brushRef="#br0">10719.000 9180.000 8520,'39.000'0.000'608,"-39.000"-20.000"-159,0.000 20.000 1216,-20.000 0.000-896,20.000 20.000-641,-19.000-20.000-160,-1.000 20.000 192,0.000 0.000 192,20.000 20.000-159,0.000-21.000-97,20.000 1.000-64,0.000 0.000 32,-1.000 0.000 128,1.000-20.000 0,20.000 0.000 193,-1.000 0.000 159,1.000 0.000 65,-20.000-20.000 95,0.000 0.000 1,-1.000 0.000 0,-19.000 1.000-225,0.000-21.000-192,-19.000 20.000-63,-1.000 0.000-193,-20.000 0.000-161,20.000 0.000-95,-19.000 20.000-576,-1.000 0.000-1314,1.000 0.000-3204</inkml:trace>
  <inkml:trace contextRef="#ctx0" brushRef="#br1">7980.000 6994.000 352</inkml:trace>
  <inkml:trace contextRef="#ctx0" brushRef="#br1">7980.000 6994.000 1249,'0.000'0.000'2082,"18.000"0.000"-833,-18.000 0.000-96,0.000-20.000 32,0.000 20.000-224,20.000 0.000-256,-20.000 0.000-321,21.000-19.000-160,-21.000 19.000-32,20.000 0.000 193,-20.000-20.000 95,20.000 20.000 1,-2.000 0.000 31,-18.000-20.000-127,21.000 20.000 63,-21.000 0.000-32,20.000-20.000-63,0.000 20.000-65,0.000 0.000-64,-1.000-20.000 96,21.000 20.000-95,-20.000-20.000-1,19.000 1.000-128,-19.000 19.000-32,20.000-20.000 64,-20.000 0.000-32,19.000 20.000 96,-19.000-20.000 1,21.000 0.000 95,-3.000 20.000-32,-17.000-20.000-64,19.000 1.000-64,-21.000-2.000 33,21.000 2.000-33,0.000-2.000 32,-1.000 2.000-96,1.000 0.000 0,1.000-2.000 0,-3.000 1.000-64,3.000 0.000 64,-3.000 0.000-32,3.000 0.000 64,-1.000 1.000-32,-1.000-1.000 32,1.000 0.000 32,19.000 0.000 1,-19.000 0.000 31,19.000 0.000-96,-19.000 1.000-32,19.000-1.000 32,-18.000-1.000-32,-3.000 2.000-32,3.000-1.000 0,19.000 0.000 0,-21.000-20.000 0,1.000 20.000 0,19.000 1.000 64,-18.000-2.000-64,17.000 2.000 0,-17.000-1.000 0,-2.000 0.000 0,1.000 0.000 0,19.000 0.000 0,-19.000 0.000 32,19.000 0.000-32,-19.000 1.000 32,1.000-1.000 0,17.000 0.000 0,-17.000 0.000-64,18.000-20.000 64,-19.000 21.000 64,19.000-1.000-32,-19.000-1.000-64,-1.000 2.000-32,21.000-1.000 32,-21.000 1.000 32,2.000-1.000-32,17.000-21.000 0,-17.000 22.000 0,-1.000-1.000 0,19.000 1.000 0,-19.000-2.000 128,19.000 1.000-256,-19.000-20.000 224,19.000 21.000-96,-18.000-1.000 0,-3.000 0.000 32,23.000 0.000-32,-22.000 0.000 0,21.000-20.000 0,-21.000 21.000 32,1.000-1.000 32,1.000 0.000-64,-3.000-1.000-32,3.000 2.000 32,18.000-1.000-64,-19.000-19.000 64,-1.000 18.000 64,21.000 2.000-32,-1.000-21.000-96,-19.000 21.000 161,19.000-2.000-33,-19.000 1.000 96,19.000-20.000-96,-18.000 21.000-128,-3.000-1.000 128,23.000 0.000 0,-21.000 0.000-96,-1.000 0.000 64,1.000 0.000-64,19.000 0.000 32,2.000 1.000-32,-23.000-1.000-224,23.000 0.000 640,-22.000-20.000-352,1.000 20.000-32,-1.000 1.000 64,-19.000-1.000 0,0.000 20.000-64,20.000-21.000 32,-21.000 2.000-32,21.000-2.000-32,1.000 2.000 64,-3.000-1.000 0,3.000-1.000 32,-3.000 2.000-96,3.000-1.000 0,-1.000 0.000 32,-1.000 1.000 64,1.000-2.000-96,-20.000 21.000 64,19.000-19.000 64,-19.000-1.000 0,20.000 0.000 65,-1.000 20.000-65,2.000-20.000 32,-1.000 0.000-32,-1.000 0.000-64,1.000 1.000-32,-20.000 19.000 64,19.000-20.000-96,1.000 0.000 0,-1.000 20.000 0,1.000-20.000-64,19.000 0.000 64,2.000 0.000 32,-3.000 1.000-32,3.000-2.000 0,18.000 2.000 32,-20.000-2.000-64,1.000 2.000 128,-1.000-1.000-96,-18.000 0.000 96,18.000 0.000-96,1.000 0.000 32,-1.000 0.000 0,0.000 1.000 32,1.000-2.000 64,19.000 2.000-160,-20.000-1.000 64,22.000-19.000-64,-22.000 18.000 160,20.000 1.000-96,1.000-19.000-32,0.000 19.000 64,-1.000 0.000-32,0.000-20.000 0,0.000 21.000-96,1.000-2.000 160,-1.000 2.000-32,0.000-1.000-128,1.000 0.000 160,-20.000 0.000-32,19.000 0.000-64,-20.000-20.000 64,22.000 21.000-32,-22.000-1.000 64,-1.000-1.000-96,23.000-18.000 32,-22.000 19.000 32,0.000 1.000 32,1.000-22.000-32,19.000 22.000 0,-18.000-21.000-32,-2.000 20.000 32,0.000 0.000-64,1.000 0.000 32,-1.000-19.000 0,-19.000 19.000 0,19.000 0.000 0,2.000 0.000-32,-2.000-20.000 128,0.000 21.000-96,1.000-1.000 0,-1.000 0.000 0,1.000-21.000-32,20.000 22.000 96,-22.000-1.000-64,23.000-20.000 0,-2.000 20.000 0,0.000-19.000 0,0.000 19.000 160,-18.000 0.000-128,18.000-20.000 96,-20.000 20.000-32,1.000 1.000 33,-1.000-1.000-1,-19.000-20.000-128,19.000 20.000 0,-18.000-1.000-32,18.000 2.000 64,-19.000 0.000-32,-20.000-1.000 32,19.000 0.000-96,-19.000-1.000-385,-20.000 21.000-608,0.000-19.000-2979</inkml:trace>
  <inkml:trace contextRef="#ctx0" brushRef="#br1">10282.000 8028.000 11274,'0.000'0.000'-1217,"0.000"0.000"-673,0.000-20.000 1506,0.000-1.000-353,0.000 21.000-3203</inkml:trace>
  <inkml:trace contextRef="#ctx0" brushRef="#br1">10341.000 7769.000 10570,'0.000'-20.000'736,"0.000"20.000"-608,-20.000-19.000 65,20.000 19.000-129,0.000-20.000-577,-19.000 20.000-1409,19.000 0.000-1057,0.000-20.000-1729</inkml:trace>
  <inkml:trace contextRef="#ctx0" brushRef="#br1">10302.000 7491.000 5797,'0.000'0.000'769,"0.000"-20.000"480,-20.000 20.000 481,20.000 0.000-481,0.000 0.000-833,0.000-20.000-352,0.000 20.000-416,0.000-20.000-993,0.000 20.000-1314,0.000-20.000-3491</inkml:trace>
  <inkml:trace contextRef="#ctx0" brushRef="#br1">10282.000 7193.000 10089,'20.000'-20.000'32,"-20.000"1.000"-480,0.000-2.000-33,0.000 2.000 545,0.000-2.000-64,0.000 2.000-1857,0.000-1.000-1795,0.000 0.000 1250,0.000 0.000 1121</inkml:trace>
  <inkml:trace contextRef="#ctx0" brushRef="#br1">10282.000 6796.000 6566,'-20.000'-40.000'1185,"20.000"20.000"-673,0.000 1.000-319,0.000-2.000-1,0.000 2.000-1025,-20.000-2.000-2754</inkml:trace>
  <inkml:trace contextRef="#ctx0" brushRef="#br1">10221.000 6458.000 1569,'0.000'-20.000'3331,"0.000"0.000"-3139,0.000 0.000 97,0.000 1.000-225,-18.000 19.000-1025</inkml:trace>
  <inkml:trace contextRef="#ctx0" brushRef="#br1">10242.000 6219.000 8488,'0.000'-19.000'32,"20.000"-2.000"128,-20.000 21.000-32,0.000-19.000-96,0.000-1.000-288,0.000 20.000-1218,0.000-20.000-5124</inkml:trace>
  <inkml:trace contextRef="#ctx0" brushRef="#br1">10242.000 6040.000 5509,'0.000'0.000'320,"-21.000"0.000"449,21.000 0.000-609,0.000 0.000-2755</inkml:trace>
  <inkml:trace contextRef="#ctx0" brushRef="#br1">10262.000 5981.000 6117,'0.000'0.000'609,"-20.000"0.000"-1,-1.000 0.000 385,21.000 0.000-32,-18.000 0.000-384,-2.000 0.000-193,-1.000 0.000-192,1.000 0.000-192,20.000 0.000-224,-20.000 0.000-320,2.000 0.000-770,-3.000 0.000-1344,1.000 0.000-1410</inkml:trace>
  <inkml:trace contextRef="#ctx0" brushRef="#br1">9626.000 5961.000 7046,'-39.000'0.000'256,"19.000"-20.000"801,0.000 20.000 353,0.000 0.000-417,1.000 0.000-833,19.000 0.000-352,-20.000 0.000-225,0.000 0.000 65,0.000 0.000-737,0.000 0.000-2434</inkml:trace>
  <inkml:trace contextRef="#ctx0" brushRef="#br1">9051.000 5981.000 4228,'-40.000'0.000'480,"21.000"0.000"-1153,-1.000 20.000-1729</inkml:trace>
  <inkml:trace contextRef="#ctx0" brushRef="#br1">8494.000 6060.000 7238,'-59.000'0.000'545,"39.000"0.000"-577,20.000-20.000-609,-20.000 20.000 129,1.000 0.000-545,19.000 0.000-1346,-20.000 0.000-287</inkml:trace>
  <inkml:trace contextRef="#ctx0" brushRef="#br1">8079.000 6040.000 1,'-61.000'0.000'543,"23.000"0.000"-543,-3.000 0.000-256</inkml:trace>
  <inkml:trace contextRef="#ctx0" brushRef="#br1">7344.000 6040.000 9480,'-20.000'0.000'-64,"20.000"-19.000"-64,-20.000 19.000-32,20.000-20.000 192,0.000 20.000-224,-21.000 0.000-1730,3.000 0.000-2114,-2.000 0.000 1027</inkml:trace>
  <inkml:trace contextRef="#ctx0" brushRef="#br1">6907.000 5981.000 3523,'-59.000'20.000'-481,"19.000"-20.000"449,19.000 0.000 1986,-17.000 0.000 673,17.000 0.000-1250,1.000 0.000-800,0.000 0.000-33,20.000 0.000-63,-20.000 0.000-578,20.000 0.000-1088,0.000 0.000-1249,0.000 0.000-1474</inkml:trace>
  <inkml:trace contextRef="#ctx0" brushRef="#br1">6530.000 6021.000 5349,'-20.000'0.000'2434,"20.000"0.000"-865,0.000 0.000 289,0.000 0.000-128,0.000 0.000-737,0.000 0.000-481,40.000 0.000 289,-21.000 0.000-417,41.000 0.000-95,-1.000-20.000-33,2.000 20.000-128,-2.000 0.000-96,-1.000 0.000-64,3.000 0.000-449,-2.000 0.000-768,-39.000 0.000-384,0.000 0.000-2916</inkml:trace>
  <inkml:trace contextRef="#ctx0" brushRef="#br1">5577.000 5822.000 3106,'0.000'-19.000'1378,"0.000"38.000"-353,0.000 1.000 384,0.000-1.000-320,0.000 2.000-320,0.000-1.000-673,0.000 19.000 0,0.000-19.000-128,0.000 0.000 160,0.000 0.000-224,0.000 0.000-160,0.000 19.000-353,0.000-19.000-1152,0.000-20.000-2756</inkml:trace>
  <inkml:trace contextRef="#ctx0" brushRef="#br1">5775.000 5882.000 6117,'20.000'-21.000'737,"-20.000"21.000"-160,0.000-19.000 319,20.000 19.000 193,-20.000 0.000-544,0.000 0.000-673,0.000 0.000-289,-20.000 0.000 193,20.000 19.000 0,-20.000-19.000-385,0.000 21.000-287,1.000-1.000 127,19.000-1.000 320,-20.000 1.000-127,20.000-20.000-97,-20.000 20.000 193,20.000 0.000-65,0.000 0.000 225,20.000 0.000 96,0.000-1.000-161,-1.000 1.000 321,1.000 0.000 64,0.000 0.000-32,0.000 0.000 64,0.000-20.000 225,-20.000 20.000 63,0.000 0.000 192,0.000-20.000 866,0.000 0.000 415,-20.000 0.000-415,20.000 19.000-481,-20.000-19.000-257,0.000 0.000-352,0.000 0.000-384,1.000 0.000-512,-1.000 0.000-866,20.000-19.000-3266</inkml:trace>
  <inkml:trace contextRef="#ctx0" brushRef="#br1">6073.000 5961.000 7110,'20.000'0.000'897,"-20.000"0.000"-865,-20.000 0.000-160,20.000 0.000 897,0.000 20.000 31,-20.000 0.000-543,20.000 0.000-193,0.000-1.000-64,20.000 1.000 160,-20.000 0.000 32,20.000 0.000 0,0.000-20.000 193,0.000 0.000 512,-1.000 0.000 31,1.000-20.000 161,0.000 0.000 129,0.000 0.000-258,-20.000 1.000-31,0.000-21.000-96,0.000 20.000-288,-20.000 0.000-193,0.000 0.000-128,-19.000 1.000-160,19.000-1.000-320,-20.000 20.000-577,1.000 0.000-1697,19.000 20.000-2787</inkml:trace>
  <inkml:trace contextRef="#ctx0" brushRef="#br2">8415.000 7372.000 1377,'0.000'0.000'993,"0.000"0.000"672,0.000 0.000 129,0.000 0.000-385,0.000 0.000-256,0.000 0.000-160,-20.000 0.000-32,20.000 0.000-64,0.000 0.000-224,0.000 0.000-289,0.000 0.000 33,0.000 0.000-65,0.000 0.000-32,0.000 0.000-96,0.000-20.000-31,0.000 20.000 31,0.000 0.000 0,0.000 0.000 0,0.000-20.000 32,20.000 20.000-31,-20.000-20.000 63,0.000 0.000 32,20.000 20.000 33,-20.000-20.000-97,21.000 1.000-96,-21.000-1.000-64,0.000 0.000 32,20.000 0.000 0,-20.000 0.000-32,18.000 1.000-96,-18.000-2.000 129,20.000 2.000-33,-20.000-2.000 64,21.000 2.000-32,-21.000-1.000 0,0.000 0.000-96,20.000 0.000 32,-20.000 0.000 32,20.000 0.000 0,-20.000 1.000-96,19.000-1.000 128,1.000 0.000 33,0.000 0.000-65,0.000-20.000 0,0.000 21.000-32,-20.000-1.000 0,20.000 0.000-96,-1.000 0.000 64,1.000 0.000-64,0.000 0.000 64,0.000 1.000-32,-20.000-2.000 32,21.000 2.000-32,-21.000-21.000-32,18.000 21.000 96,2.000-2.000-64,0.000 1.000 0,1.000 0.000 0,-21.000-20.000-32,20.000 21.000 64,-2.000-1.000-128,3.000-20.000 192,19.000 20.000-96,-20.000 0.000 64,-1.000 1.000-128,-19.000-1.000 32,20.000-20.000 64,0.000 20.000 64,0.000 0.000-96,-20.000 1.000 0,20.000-2.000 32,-1.000 1.000 32,1.000-20.000-32,0.000 21.000 0,0.000-1.000-96,0.000-20.000 64,-1.000 20.000 0,21.000 0.000 0,-20.000 0.000 32,1.000 1.000-32,-3.000-21.000 96,2.000 20.000-128,21.000 0.000 64,-21.000 0.000 32,-2.000 1.000-96,3.000-1.000 32,-1.000-1.000 32,0.000 2.000-96,0.000-1.000 128,19.000-19.000-64,-19.000 18.000 0,0.000 1.000-32,0.000 1.000 96,19.000-20.000-32,-19.000 18.000-64,0.000 1.000 0,21.000 0.000 32,-23.000 0.000 32,2.000 1.000 0,1.000-1.000-32,-1.000 0.000 0,0.000 0.000 32,-1.000 0.000-32,1.000 20.000-96,20.000-20.000 128,-20.000 0.000-64,-1.000 1.000 32,21.000-1.000 32,0.000 0.000 32,-1.000-1.000-160,-19.000 2.000 64,21.000-1.000 96,-23.000 1.000-64,22.000-1.000-64,-19.000 20.000 128,17.000-21.000-96,3.000 2.000 128,-21.000-1.000-192,19.000 0.000 96,-19.000 20.000 0,20.000-19.000-32,0.000-2.000 64,-21.000 21.000 64,21.000-20.000-128,1.000 1.000 32,-23.000 19.000 32,23.000-21.000-128,-21.000 2.000 256,18.000-1.000-224,-17.000 20.000 32,19.000-20.000 32,-20.000 0.000 32,19.000 20.000-64,-19.000-20.000 64,20.000 0.000 129,-21.000 20.000-226,21.000-20.000 65,-20.000 20.000 0,0.000-19.000 97,19.000-1.000-482,-19.000 20.000 866,1.000-20.000-449,17.000 20.000 0,-18.000-20.000 0,1.000 0.000-32,19.000 20.000 0,-21.000-20.000 0,21.000 1.000 0,-20.000 19.000 32,20.000-20.000-64,-21.000 20.000 64,1.000-21.000-64,20.000 2.000 64,-19.000 19.000-32,17.000-21.000 64,-18.000 2.000-64,1.000 19.000 0,-1.000-20.000 32,19.000-1.000-64,-19.000 2.000 64,0.000-1.000-32,19.000 20.000 32,-19.000-20.000 0,0.000 1.000 0,0.000-2.000-32,19.000 21.000-64,-19.000-19.000 128,0.000 19.000-32,20.000-20.000-96,-21.000 0.000 64,21.000 20.000 0,1.000-20.000 0,-23.000 0.000 64,23.000 20.000-32,-1.000-20.000-96,-22.000 20.000 128,3.000-19.000 0,19.000 19.000-96,-20.000-20.000 64,0.000 20.000 0,19.000-20.000-64,-19.000 20.000 32,20.000-20.000 32,-21.000 20.000-32,21.000-20.000-64,1.000 20.000 128,-23.000-20.000-64,23.000 1.000 32,-21.000 19.000 0,19.000-21.000-32,1.000 21.000-32,-20.000-19.000 64,19.000-2.000-96,1.000 21.000 160,0.000-19.000-96,-21.000 19.000 0,21.000-20.000 96,1.000 0.000-192,-3.000 20.000 96,-18.000-20.000 32,21.000 20.000-64,-23.000-20.000-32,23.000 20.000 64,-21.000-20.000 96,20.000 20.000-64,-21.000 0.000-96,21.000-19.000 64,0.000 19.000 0,-1.000-21.000 0,-19.000 21.000 0,21.000 0.000 0,-3.000-19.000 0,3.000 19.000 0,-3.000-20.000 0,3.000 20.000 0,-1.000 0.000 0,-1.000-20.000 0,-19.000 20.000 32,20.000-19.000 0,-21.000 19.000-32,21.000 0.000 0,1.000-21.000 0,-23.000 21.000-32,22.000-20.000 0,1.000 20.000 96,-3.000-19.000-128,3.000 19.000 96,-1.000-20.000-64,-1.000 20.000 64,1.000 0.000 64,-1.000-20.000-160,1.000 20.000 64,-20.000-20.000 32,19.000 20.000-128,1.000-20.000 96,-19.000 20.000 0,17.000 0.000 64,-17.000 0.000-64,19.000-20.000 32,-1.000 20.000-96,1.000 0.000 64,0.000-19.000-32,-1.000 19.000 128,1.000 0.000-192,-1.000-21.000 128,-19.000 21.000-32,21.000 0.000 0,-3.000 0.000-32,3.000 0.000 32,-1.000-19.000 64,-1.000 19.000-192,1.000 0.000 224,0.000 0.000-96,-1.000 0.000 32,1.000-20.000-64,19.000 20.000 32,-18.000 0.000 0,-3.000 0.000 32,-18.000-20.000-32,21.000 20.000-32,-2.000 0.000 32,1.000 0.000 0,0.000 0.000-32,-21.000-20.000 32,21.000 20.000 0,0.000 0.000 64,-1.000 0.000-64,-19.000 0.000 0,21.000 0.000 0,-3.000-20.000-32,-18.000 20.000 32,21.000 0.000-32,-21.000 0.000-32,19.000 0.000 128,1.000 0.000-32,-20.000-20.000 32,19.000 20.000-64,1.000 0.000-32,-1.000 0.000 32,-19.000 0.000-32,20.000-20.000 64,-1.000 20.000-32,-19.000 0.000 32,21.000 0.000-96,-21.000-19.000 96,19.000 19.000-96,-19.000 0.000 128,20.000 0.000-160,-21.000 0.000 128,21.000 0.000 0,-20.000 0.000-64,19.000 0.000 32,1.000 0.000-32,1.000 0.000 128,-3.000-20.000-128,-18.000 20.000 32,21.000 0.000 64,-3.000 0.000-128,3.000 0.000 0,-1.000 0.000 96,-21.000-21.000-32,1.000 21.000-64,20.000 0.000 128,-20.000 0.000-128,19.000 0.000 128,1.000 0.000-64,-1.000 0.000 0,22.000 0.000 0,-23.000-19.000 0,23.000 19.000 0,-2.000 0.000 0,-19.000 0.000 0,19.000 0.000 0,-19.000 0.000 32,-1.000-20.000-32,1.000 20.000-32,1.000 0.000 32,18.000 0.000-32,-19.000 0.000 64,-1.000 0.000-128,21.000-20.000 96,-21.000 20.000 0,1.000 0.000-32,0.000 0.000-160,-1.000 0.000-160,-19.000 0.000-129,1.000 0.000-288,-1.000 0.000-704,-20.000 0.000-2339,-20.000 0.000-7943</inkml:trace>
  <inkml:trace contextRef="#ctx0" brushRef="#br2">10321.000 8008.000 10794,'0.000'0.000'800,"0.000"0.000"1,0.000 0.000 1569,0.000 0.000-223,0.000 0.000-1347,0.000 0.000-255,0.000 0.000-65,0.000 0.000-127,0.000-21.000-257,0.000 21.000-160,0.000-19.000-193,0.000-1.000-415,0.000 0.000-577,0.000 0.000-1122,0.000 20.000-1440,0.000-20.000-5478</inkml:trace>
  <inkml:trace contextRef="#ctx0" brushRef="#br2">10262.000 7789.000 9865,'0.000'-20.000'416,"20.000"0.000"-640,-20.000 1.000 128,0.000 19.000 416,0.000-20.000-352,0.000 0.000-1025,0.000 0.000-1473,20.000 20.000 992,-20.000-20.000 65,0.000 20.000-1890</inkml:trace>
  <inkml:trace contextRef="#ctx0" brushRef="#br2">10321.000 7610.000 4452,'0.000'0.000'2722,"0.000"0.000"-640,-19.000 0.000-192,19.000-19.000-385,0.000 19.000-768,0.000-21.000-513,0.000 21.000-160,0.000-19.000-128,-20.000 19.000-288,20.000-21.000-609,20.000 1.000-512,-20.000 1.000-994,0.000-1.000-1504</inkml:trace>
  <inkml:trace contextRef="#ctx0" brushRef="#br2">10302.000 7332.000 7078,'0.000'-20.000'705,"0.000"20.000"-449,0.000-20.000 1057,0.000 0.000-128,0.000 1.000-960,19.000-1.000-450,-19.000 0.000-1440,0.000 0.000-2595</inkml:trace>
  <inkml:trace contextRef="#ctx0" brushRef="#br2">10341.000 6974.000 1665,'0.000'-19.000'7559,"0.000"-1.000"-7623,0.000 20.000-192,0.000-20.000 448,0.000 0.000 481,0.000 0.000-385,0.000 0.000-320,20.000 20.000-32,-20.000-19.000 64,20.000-1.000 0,-20.000 0.000-801,0.000 0.000-1185,0.000 20.000-1377</inkml:trace>
  <inkml:trace contextRef="#ctx0" brushRef="#br2">10341.000 6618.000 8263,'0.000'-21.000'961,"-20.000"1.000"-769,20.000 20.000 129,0.000-20.000 479,0.000 0.000-800,0.000 0.000-384,0.000 1.000-353,0.000-1.000 641,0.000 0.000 32,0.000 0.000-1377,0.000 0.000-1730,-19.000 20.000-513</inkml:trace>
  <inkml:trace contextRef="#ctx0" brushRef="#br2">10282.000 6319.000 224,'0.000'-20.000'5989,"0.000"0.000"-4868,0.000 1.000-128,0.000 19.000 737,0.000-21.000 160,0.000 1.000-993,-20.000 1.000-641,20.000-2.000-256,0.000 2.000 32,0.000-1.000-128,0.000 0.000-673,0.000 20.000-864,0.000-20.000-930,0.000 0.000-1409</inkml:trace>
  <inkml:trace contextRef="#ctx0" brushRef="#br2">10282.000 5941.000 2626,'-20.000'-20.000'-64,"20.000"1.000"1057,0.000 19.000-449,0.000-20.000 609,0.000 20.000-576,0.000-21.000-481,0.000 2.000-672,-20.000-1.000-674,20.000 20.000-95,0.000-19.000 1025,0.000-1.000 224,0.000 20.000 160,-21.000-21.000 0,21.000 21.000-224</inkml:trace>
  <inkml:trace contextRef="#ctx0" brushRef="#br2">10262.000 5524.000 7751,'0.000'-40.000'-288,"0.000"40.000"640,0.000-20.000-256,0.000 1.000 32,0.000-1.000-96,0.000 0.000-1057,0.000 20.000-1793,0.000-21.000-129,0.000 21.000 1667</inkml:trace>
  <inkml:trace contextRef="#ctx0" brushRef="#br2">10262.000 5326.000 768,'0.000'-20.000'3331,"0.000"20.000"-2370,0.000-21.000 321,0.000 21.000 351,0.000 0.000-95,-20.000-19.000-834,20.000 19.000 129,0.000 0.000 224,0.000 0.000-64,0.000 0.000-449,0.000 0.000-319,0.000 0.000-257,0.000 0.000-161,0.000 0.000-63,0.000 0.000-32,0.000 19.000-385,0.000-19.000-384,0.000 0.000-929,0.000 21.000-832,20.000-21.000-3428</inkml:trace>
  <inkml:trace contextRef="#ctx0" brushRef="#br2">10262.000 5266.000 7815,'-20.000'0.000'448,"20.000"0.000"-352,0.000 0.000 1025,-21.000 0.000 481,3.000 0.000-1057,18.000 0.000-738,-20.000 0.000-415,-1.000 0.000 287,1.000 0.000 1,0.000 0.000-801,2.000 0.000-1505,-3.000 0.000-3652</inkml:trace>
  <inkml:trace contextRef="#ctx0" brushRef="#br2">9865.000 5246.000 1953,'-20.000'0.000'1890,"0.000"0.000"-4676</inkml:trace>
  <inkml:trace contextRef="#ctx0" brushRef="#br2">9567.000 5246.000 7623,'-40.000'0.000'833,"21.000"0.000"63,-1.000-20.000 97,20.000 20.000 289,-20.000 0.000-610,0.000 0.000-672,20.000 0.000-64,-20.000 0.000-256,20.000 0.000-1250,-21.000 0.000-2145,3.000 0.000-2499</inkml:trace>
  <inkml:trace contextRef="#ctx0" brushRef="#br2">9110.000 5246.000 736,'-39.000'0.000'1474,"19.000"0.000"1440,0.000-20.000-1568,-19.000 20.000-1314,19.000 0.000-705,0.000 20.000-1537</inkml:trace>
  <inkml:trace contextRef="#ctx0" brushRef="#br2">8555.000 5306.000 5317,'-41.000'0.000'3363,"21.000"0.000"-3011,2.000 0.000-64,-2.000-21.000-192,-1.000 21.000 1,1.000 0.000-354,0.000 0.000-992,20.000 0.000-513,-19.000 0.000-1088,-1.000 0.000-417</inkml:trace>
  <inkml:trace contextRef="#ctx0" brushRef="#br2">8059.000 5306.000 6149,'-61.000'0.000'-704,"43.000"0.000"255,-3.000 0.000 802,1.000 0.000 672,0.000 0.000-929,0.000 0.000-481,-19.000-21.000-255,19.000 21.000 127,0.000 0.000-288,0.000 0.000-1601</inkml:trace>
  <inkml:trace contextRef="#ctx0" brushRef="#br2">7482.000 5326.000 5220,'-59.000'0.000'-96,"39.000"0.000"160,0.000 0.000 97,1.000 0.000 864,-1.000 0.000-929,0.000 0.000 0,0.000 0.000-128,20.000 0.000-32,-21.000 0.000-641,21.000 0.000-3331</inkml:trace>
  <inkml:trace contextRef="#ctx0" brushRef="#br2">7066.000 5306.000 2178,'-60.000'20.000'192,"40.000"-20.000"-288,0.000 0.000 224,1.000 0.000 1217,19.000 0.000-897,-20.000 0.000-672,20.000 0.000-737,-20.000 0.000 545,20.000-20.000 448,-20.000 20.000-96,20.000 0.000-1089</inkml:trace>
  <inkml:trace contextRef="#ctx0" brushRef="#br2">6749.000 5306.000 6534,'-41.000'0.000'1121,"41.000"0.000"0,-20.000 0.000-288,20.000 0.000 480,0.000 0.000-641,0.000 0.000-639,0.000 0.000-450,0.000 0.000-2305</inkml:trace>
  <inkml:trace contextRef="#ctx0" brushRef="#br2">6848.000 4669.000 9705,'0.000'-39.000'1217,"18.000"18.000"577,-18.000 21.000-33,0.000-19.000-31,21.000 19.000-961,-1.000 0.000-673,0.000-20.000-96,19.000 20.000-32,1.000 0.000 0,0.000 20.000 0,-1.000-20.000-129,-19.000 19.000-159,0.000-19.000-96,1.000 21.000 127,-21.000-2.000 129,0.000 1.000 96,0.000 19.000 96,0.000-18.000 160,-21.000-1.000 65,1.000-1.000-65,0.000 2.000-128,1.000-2.000-64,19.000 2.000-64,0.000-1.000-32,0.000-20.000-353,0.000 19.000-704,19.000 1.000-96,1.000-20.000-737,21.000 0.000-1345,-21.000 0.000-4196</inkml:trace>
  <inkml:trace contextRef="#ctx0" brushRef="#br2">7304.000 4749.000 8231,'-39.000'0.000'96,"19.000"0.000"-96,0.000 0.000 449,-1.000 19.000 544,21.000 2.000-897,-20.000-2.000-32,20.000 2.000-32,20.000-1.000 480,1.000-1.000-736,-1.000 1.000 320,18.000-20.000 64,3.000 20.000 161,-1.000-20.000 447,-1.000 0.000 225,-19.000-20.000 64,20.000 0.000-128,-21.000 20.000 224,1.000-19.000-288,-20.000-1.000-288,0.000-20.000-321,-20.000 19.000 0,-19.000 2.000-192,19.000-1.000-64,-20.000 20.000-96,1.000-21.000-384,-1.000 21.000-513,19.000 0.000-929,3.000 0.000-1601,18.000 0.000-6407</inkml:trace>
  <inkml:trace contextRef="#ctx0" brushRef="#br2">7662.000 4749.000 6470,'-20.000'19.000'-225,"-1.000"-19.000"225,21.000 21.000 1186,0.000-21.000-33,0.000 19.000-513,21.000 2.000-63,-1.000-1.000-289,-2.000-20.000 96,3.000 19.000 513,19.000-19.000-64,-20.000 0.000 64,19.000 0.000-64,-19.000-19.000 192,-20.000 19.000 192,20.000-20.000-128,-20.000-20.000-384,-20.000 19.000-97,0.000 2.000 33,-19.000-1.000-321,-1.000-1.000-352,-1.000 2.000-32,23.000 19.000-417,-23.000 0.000-576,21.000 0.000-1441,20.000 0.000-1858</inkml:trace>
  <inkml:trace contextRef="#ctx0" brushRef="#br2">7899.000 4570.000 10537,'0.000'-20.000'417,"0.000"0.000"768,0.000 20.000 769,20.000 0.000 320,-20.000 0.000-1569,0.000 0.000-257,20.000 20.000 65,0.000 0.000-225,1.000 19.000-64,-3.000 1.000-160,2.000 0.000 32,1.000 0.000-64,-1.000-1.000-32,-20.000 1.000-96,20.000-19.000-256,-20.000-1.000 96,0.000-1.000-225,18.000 1.000-320,-18.000 0.000-384,0.000-20.000-96,0.000 0.000-385,0.000 0.000-319,0.000 0.000-1411</inkml:trace>
  <inkml:trace contextRef="#ctx0" brushRef="#br2">8296.000 4570.000 5028,'20.000'0.000'929,"-40.000"0.000"897,1.000 0.000-1730,-21.000 20.000 96,0.000-20.000 385,1.000 19.000 31,-22.000 2.000 353,23.000-2.000 192,18.000 1.000-384,20.000 0.000 0,-21.000-1.000 64,42.000 2.000-33,-1.000-1.000 161,18.000-1.000-256,3.000 2.000-97,-1.000-21.000-63,19.000 19.000-193,0.000-19.000-224,1.000 0.000 33,-21.000 0.000-258,1.000 21.000-383,1.000-21.000-1186,-41.000 0.000-1569,0.000 20.000-8328</inkml:trace>
  <inkml:trace contextRef="#ctx0" brushRef="#br2">1766.000 13333.000 7046,'0.000'20.000'64,"-20.000"-20.000"-192,20.000 0.000 96,0.000 0.000 865,0.000 0.000 160,0.000 0.000-737,0.000 19.000 0,0.000-19.000 129,20.000 0.000-65,-20.000 0.000 32,0.000 0.000 65,0.000 0.000 31,0.000 0.000-96,0.000 0.000 65,0.000 0.000-1,0.000 0.000 1,0.000 0.000 31,18.000 0.000 65,-18.000 0.000-97,21.000 0.000-160,-1.000 0.000-32,0.000 0.000-128,19.000 0.000-63,-19.000 0.000 31,20.000 0.000 0,-20.000 0.000-32,19.000 0.000-32,1.000 0.000 32,1.000 0.000 32,-23.000 0.000-64,23.000 21.000 0,17.000-21.000 32,-17.000 0.000 0,18.000 0.000 0,1.000 0.000-64,-1.000 0.000 64,2.000-21.000-32,-3.000 21.000 0,1.000-19.000 0,2.000 19.000-32,-2.000 0.000 32,20.000 0.000 0,-19.000 19.000 32,19.000-19.000-32,0.000 0.000 0,2.000 0.000 32,18.000 0.000-32,0.000 0.000 64,1.000-19.000-96,-1.000 19.000 128,-20.000-20.000 0,20.000 20.000-96,0.000-20.000 64,-20.000 20.000 160,21.000 0.000 33,-21.000 0.000-129,20.000 0.000-32,-18.000 0.000 32,18.000 0.000 32,0.000 20.000-32,19.000-20.000 64,-17.000 0.000 1,-2.000 0.000-65,-20.000 20.000-64,20.000-20.000 0,-20.000 0.000-96,0.000 19.000 64,0.000-19.000-96,-18.000 0.000 0,18.000 21.000 64,0.000-21.000 0,2.000 0.000 32,-22.000 0.000-32,20.000 0.000 0,20.000 0.000 0,-20.000 0.000 0,1.000 0.000 32,0.000 0.000-32,-1.000-21.000 64,0.000 21.000 0,-19.000 0.000-64,-1.000 0.000 0,-19.000 0.000 0,-1.000 0.000-32,1.000 0.000 0,-19.000 0.000-96,-1.000 0.000-193,-2.000 0.000-127,3.000-19.000-193,-21.000 19.000-384,0.000 0.000-1569,0.000 0.000-6150</inkml:trace>
  <inkml:trace contextRef="#ctx0" brushRef="#br2">1766.000 13372.000 2017,'-20.000'0.000'1314,"20.000"0.000"-706,0.000 0.000 673,-20.000 0.000 577,20.000 0.000-416,-21.000-19.000-161,21.000 19.000-512,0.000 0.000-33,0.000 0.000 161,0.000 0.000 0,0.000 0.000-32,0.000 0.000-129,0.000 0.000-127,0.000 0.000-161,0.000 0.000-159,0.000 0.000-225,0.000 0.000-32,0.000 0.000 0,0.000 0.000 96,21.000 0.000 0,-1.000 0.000-64,0.000 0.000-64,19.000 0.000 0,1.000 0.000 0,19.000 0.000 0,1.000 0.000 32,-1.000 0.000-96,2.000 19.000-96,18.000-19.000-192,0.000 0.000-129,0.000 0.000-95,20.000 0.000 63,0.000 0.000 225,21.000 0.000 32,-21.000-19.000 31,0.000 19.000 1,-20.000 0.000-160,2.000 0.000-97,-2.000-20.000-63,-20.000 20.000-193,1.000-20.000-512,-21.000 20.000-545,1.000-19.000-2818</inkml:trace>
  <inkml:trace contextRef="#ctx0" brushRef="#br2">1805.000 13313.000 3939,'-21.000'0.000'1313,"21.000"-19.000"-416,-18.000 19.000 288,18.000 0.000 417,0.000 0.000-545,0.000 0.000-513,0.000 0.000-127,-20.000 0.000 127,20.000 0.000 97,0.000 0.000-96,-20.000 0.000 63,20.000 0.000 33,0.000 0.000-97,0.000 0.000-159,0.000 0.000-193,20.000 0.000 0,-20.000 0.000 288,0.000 0.000-31,20.000 19.000-161,-2.000-19.000-160,23.000 0.000 64,18.000 0.000-192,-19.000 0.000 0,19.000 0.000 0,22.000 0.000 32,-23.000 20.000-32,42.000-20.000-32,-21.000 0.000-224,40.000 0.000 32,-20.000 0.000 128,21.000 20.000-64,-21.000-20.000 64,0.000 0.000 128,0.000 0.000-32,-20.000-20.000 0,2.000 20.000 0,-2.000-20.000-64,-40.000 20.000-513,1.000 0.000-512,-20.000 0.000-352,-20.000 0.000-1186,0.000 0.000-4868</inkml:trace>
  <inkml:trace contextRef="#ctx0" brushRef="#br2">1527.000 12339.000 1505,'0.000'0.000'1858,"-20.000"0.000"-129,20.000 0.000-31,-20.000 0.000 352,1.000 0.000-320,19.000-20.000-673,0.000 20.000-321,0.000 0.000-191,0.000 0.000-129,0.000-19.000-224,0.000 19.000-96,0.000 0.000-96,19.000 0.000 0,-19.000 0.000 32,0.000 0.000 0,0.000 19.000 0,0.000 1.000 129,20.000 1.000-1,-20.000-2.000-64,0.000 1.000 0,20.000 19.000-32,-20.000 2.000-32,20.000-2.000 0,-20.000 1.000 0,20.000 0.000 0,-20.000 19.000 32,19.000-19.000-64,-19.000 0.000 64,20.000-1.000-32,-20.000 22.000 64,0.000-22.000-32,0.000 21.000-32,0.000-20.000 33,0.000-1.000-1,0.000 1.000 0,0.000 0.000-32,0.000-1.000 0,0.000-19.000 0,0.000 0.000-32,0.000 20.000 64,0.000-20.000-64,0.000-1.000 32,0.000-19.000-32,0.000 20.000 32,0.000-20.000 32,0.000 21.000-96,0.000-21.000 64,0.000 19.000-64,0.000-19.000 64,0.000 0.000 64,0.000 0.000-96,0.000 0.000 32,20.000 0.000 32,-20.000 0.000 32,0.000 20.000 0,20.000-20.000 64,-20.000 0.000-63,21.000 0.000-65,-3.000 0.000 96,2.000 0.000-192,21.000 0.000 128,-21.000 20.000-128,19.000-20.000 0,1.000 0.000 0,-1.000 0.000-65,1.000 0.000 33,0.000 0.000 64,-1.000 0.000 0,-19.000 19.000 32,21.000-19.000 0,-3.000 21.000-32,23.000-21.000 32,-23.000 20.000 32,3.000-20.000-32,18.000 0.000 32,1.000 19.000-32,-1.000-19.000 32,2.000 0.000 32,-3.000 21.000 0,22.000-21.000 0,-20.000 19.000-31,19.000-19.000 31,-20.000 0.000 0,1.000 0.000-64,19.000 0.000 64,-20.000 0.000 0,22.000 0.000-64,-2.000-19.000 0,0.000 19.000 32,0.000 0.000-32,0.000-21.000 32,21.000 21.000 0,-20.000-19.000-64,-1.000 19.000 32,0.000-20.000 0,20.000 20.000 0,-19.000-21.000 32,0.000 21.000-32,-1.000-19.000 0,20.000 19.000 0,-19.000-20.000 0,-1.000 20.000 32,0.000 0.000-64,1.000 0.000 0,-1.000 0.000-32,0.000-20.000 32,0.000 20.000-64,-18.000 0.000 160,18.000-19.000-32,0.000 19.000-32,0.000 0.000 0,-18.000 0.000 32,18.000 0.000-32,0.000-21.000-32,-19.000 21.000 32,19.000 0.000-96,-20.000 0.000-97,22.000 0.000-63,-22.000 0.000 96,0.000 0.000 96,1.000 0.000 0,-1.000-20.000 64,1.000 20.000 0,-1.000 0.000 0,0.000-19.000-32,-18.000 19.000 32,18.000 0.000-128,1.000 0.000 64,-21.000 19.000 0,21.000-19.000 32,-1.000 0.000-32,-19.000 0.000-129,19.000 20.000 1,2.000-20.000-96,-22.000 0.000-32,21.000 0.000 224,-21.000 0.000 128,1.000 0.000 0,-20.000 0.000 32,0.000 0.000 160,-1.000 0.000 0,1.000 0.000-32,-20.000 0.000 97,0.000-20.000-161,0.000 20.000 128,-20.000 0.000 96,20.000-19.000-96,-19.000-1.000-159,-1.000 0.000-33,20.000-20.000 0,-20.000 20.000 128,0.000-19.000 0,0.000-1.000-64,1.000 0.000-64,19.000-19.000 0,-20.000-2.000-64,20.000 3.000 0,0.000-3.000 0,0.000 2.000 0,0.000-1.000-64,0.000 21.000 64,20.000-21.000 0,-20.000 1.000 0,0.000 19.000 0,19.000-20.000-32,1.000 21.000 32,-20.000-21.000 0,20.000 20.000-32,-20.000 0.000-96,0.000 20.000-96,0.000 20.000-161,-20.000 0.000-95,20.000 0.000 32,-20.000 0.000 95,1.000 0.000 257,-1.000 0.000 96,0.000 0.000 32,-20.000 0.000 160,21.000 0.000-63,-21.000 0.000-1,-1.000 0.000-32,-18.000 20.000-32,1.000-20.000 0,-3.000 20.000-64,2.000-20.000 0,-21.000 20.000 0,0.000-20.000 0,1.000 20.000 0,0.000-20.000 0,0.000 0.000 0,-20.000 20.000 0,18.000-20.000 32,-18.000 0.000-32,0.000 0.000 0,0.000 0.000 64,0.000-20.000-96,-1.000 20.000 128,1.000-20.000-32,0.000 20.000 0,0.000-20.000 32,-21.000 20.000-96,21.000-20.000 0,-20.000 0.000 32,1.000 20.000-64,-2.000 0.000 0,-19.000 0.000 64,20.000-19.000-64,1.000 19.000 0,-2.000 0.000 32,1.000 0.000 0,-21.000 19.000 0,2.000-19.000 32,-1.000 20.000 0,20.000-20.000 0,-19.000 0.000 32,-2.000 0.000 0,21.000 20.000-32,-39.000-20.000 0,18.000 20.000 32,41.000 0.000-31,0.000 0.000-33,20.000-20.000 192,-41.000 19.000-96,1.000 1.000 0,-21.000 1.000-64,2.000-2.000-64,19.000 1.000-288,20.000 0.000-898,-1.000-20.000-1985</inkml:trace>
  <inkml:trace contextRef="#ctx0" brushRef="#br2">10877.000 8862.000 4484,'-20.000'-20.000'1025,"20.000"20.000"0,0.000 0.000-321,-20.000 0.000 321,20.000 0.000-64,-19.000 0.000-544,-1.000-20.000-321,0.000 20.000 96,-20.000 0.000 32,1.000 0.000-128,-22.000 0.000-160,3.000 0.000-544,-22.000 20.000-610,1.000-20.000-63,-21.000 0.000 416,-18.000 0.000 545,19.000 0.000 320,-1.000 20.000 641,1.000-20.000 384,19.000 20.000-769,0.000-20.000-288,22.000 20.000 32,-3.000 0.000 0,22.000-20.000 96,19.000 19.000 0,0.000-19.000-96,20.000 21.000 96,0.000-21.000 449,20.000 19.000 223,-20.000-19.000-415,40.000 20.000-353,-21.000 0.000 0,1.000 0.000-128,0.000 20.000-129,1.000 0.000-159,-21.000-1.000-64,0.000 1.000 480,0.000 0.000 0,0.000 19.000 0,0.000-19.000 32,-21.000 0.000 160,21.000-21.000 192,0.000 22.000 97,-20.000-22.000-161,40.000 1.000 96,-20.000-20.000-63,41.000 20.000-97,-3.000-20.000-96,23.000 0.000-192,18.000 0.000-192,20.000 0.000 64,0.000 0.000-321,1.000 0.000 1,19.000 0.000 287,0.000 0.000-63,-1.000 19.000-705,2.000-19.000-640,-1.000 21.000-833,20.000-1.000 1152,-39.000-20.000 1282,18.000 20.000 225,-38.000-20.000-354,-21.000 0.000 1507,-19.000 20.000 127,-19.000-20.000-704,-3.000 0.000 64,2.000 0.000 608,-20.000-20.000 545,0.000 20.000-481,0.000-20.000-448,0.000 0.000-224,0.000-1.000 352,0.000-18.000-416,-20.000 0.000-448,20.000-21.000-321,0.000-20.000 0,0.000 1.000-96,0.000-1.000-129,-18.000 1.000 1,18.000-1.000 64,0.000 21.000 128,0.000-1.000 0,-21.000 20.000 320,1.000 21.000 161,0.000-1.000-353,-19.000 20.000-128,-1.000 0.000 0,0.000 0.000-64,1.000 0.000 32,-1.000 20.000-160,-19.000-1.000-673,18.000 1.000-577,-38.000 0.000-383,19.000 0.000-2756</inkml:trace>
  <inkml:trace contextRef="#ctx0" brushRef="#br2">20247.000 12101.000 7463,'21.000'0.000'-97,"-21.000"0.000"-63,20.000 0.000 769,-2.000 20.000 640,3.000-20.000-704,-1.000 0.000-385,20.000 0.000-128,-21.000-20.000 32,1.000 20.000 64,0.000 0.000 192,0.000 0.000-63,0.000 20.000-129,-20.000-40.000 0,19.000 20.000 0,1.000 0.000-128,0.000 0.000 64,20.000 0.000-64,-21.000 0.000 32,21.000 0.000-32,19.000 0.000 0,2.000 0.000 0,-2.000 0.000 0,20.000 0.000-32,1.000 0.000 32,20.000 20.000 0,19.000-20.000-32,-1.000 0.000 0,21.000 20.000 0,19.000-20.000 64,-18.000 0.000-32,38.000 0.000 0,2.000 0.000 64,-2.000 0.000 0,1.000 20.000 0,-21.000-20.000-32,1.000 0.000-32,0.000 20.000 0,20.000-20.000 0,-41.000 19.000 32,-18.000 1.000 32,-41.000-20.000 289,20.000 20.000 159,20.000 0.000-416,1.000 0.000-128,-1.000 0.000-224,-20.000-1.000-801,-40.000 1.000-1153,2.000-20.000-3588</inkml:trace>
  <inkml:trace contextRef="#ctx0" brushRef="#br2">14789.000 13234.000 9513,'-41.000'19.000'1153,"21.000"1.000"-289,20.000-20.000-287,0.000 0.000 608,0.000 0.000 0,0.000 0.000-288,20.000 0.000-384,1.000 0.000-225,17.000 0.000-96,3.000 0.000-64,18.000 0.000-128,21.000 0.000 0,19.000 0.000 0,19.000 0.000 0,2.000 0.000-160,19.000 0.000-192,19.000 0.000 288,2.000 0.000-33,38.000 0.000 1,21.000 0.000 128,0.000 0.000 0,-2.000 0.000 0,21.000 0.000-32,-19.000 0.000 33,20.000 0.000 63,-22.000 0.000 0,1.000 0.000-32,-19.000 0.000-64,-1.000 21.000 64,1.000-21.000-32,-40.000 0.000-32,20.000 19.000 0,-40.000-19.000 0,-1.000 0.000 64,-18.000 0.000-32,-21.000 0.000-32,-39.000 0.000-128,-21.000 0.000-353,-19.000 0.000-1280,-20.000 0.000-2692,-40.000 0.000-4099</inkml:trace>
  <inkml:trace contextRef="#ctx0" brushRef="#br2">13418.000 11168.000 1985,'0.000'20.000'64,"0.000"-1.000"641,0.000 21.000 608,0.000-20.000 321,0.000 19.000-481,0.000 1.000-352,0.000 0.000-161,0.000 20.000 1,0.000-20.000 224,-20.000 19.000-32,20.000-19.000-97,0.000 0.000-63,0.000 19.000-289,0.000 1.000-160,0.000-21.000-95,20.000 1.000-65,-20.000 20.000 32,20.000-20.000-96,-20.000-21.000 0,21.000 21.000 32,-21.000-20.000 96,0.000 0.000 256,0.000 0.000-95,18.000 0.000 95,-18.000-20.000-32,0.000 0.000 1,0.000 0.000-161,0.000 0.000-32,20.000 0.000 0,-20.000 0.000-32,20.000 19.000-64,1.000-19.000 0,-1.000 0.000-64,-2.000 0.000 64,2.000 0.000-32,21.000 20.000-32,18.000-20.000 0,-19.000 20.000 0,19.000-20.000 32,1.000 20.000 0,19.000-20.000-64,-20.000 20.000 32,22.000-20.000 32,18.000 20.000-32,-20.000-1.000 32,21.000-19.000-32,-1.000 20.000 0,0.000 0.000 0,0.000 0.000 0,0.000-20.000 0,21.000 20.000 0,-1.000 0.000 0,19.000-20.000-32,-19.000 0.000 0,21.000 19.000 0,-21.000-19.000 32,-1.000 0.000 0,2.000 20.000 0,19.000-20.000 0,-19.000 0.000 32,-1.000 21.000-32,-20.000-21.000-32,19.000 0.000-64,-19.000 0.000-192,0.000 0.000 64,21.000 0.000 64,-21.000 0.000 64,0.000 0.000 64,0.000 0.000 32,1.000 0.000 0,-20.000 0.000 0,-1.000 0.000 32,0.000-21.000-32,-38.000 21.000 32,-3.000-20.000-64,-17.000 1.000 96,-1.000 19.000-32,0.000-20.000 64,-20.000 20.000 0,0.000-20.000 0,0.000 0.000 32,-20.000 20.000-32,20.000-20.000 0,-20.000 0.000 0,20.000 20.000 32,0.000-19.000-31,0.000-1.000-1,-21.000-20.000 128,21.000 20.000-32,0.000-19.000 0,0.000-21.000-96,0.000 19.000-96,0.000-18.000 192,-20.000 0.000-192,20.000-1.000 33,0.000 1.000-130,-18.000-1.000-31,18.000 1.000-96,0.000-20.000 64,0.000 18.000 64,-20.000 2.000 160,20.000-1.000-32,0.000 20.000 0,0.000 21.000 0,0.000-21.000 0,0.000 20.000-64,0.000 0.000 32,0.000 1.000-64,20.000-1.000 0,-20.000 0.000 32,18.000 0.000-32,-18.000 0.000-32,0.000 20.000-32,20.000-20.000 96,-20.000 20.000 32,0.000 0.000-65,-20.000-19.000-127,2.000 19.000 64,-2.000 0.000 64,-21.000 19.000 64,-18.000-19.000-32,-1.000 0.000 0,-19.000 20.000 32,0.000-20.000 64,-20.000 0.000-96,-1.000 20.000 0,-19.000-20.000-32,0.000 0.000-32,-19.000 0.000 96,-2.000 0.000-32,-18.000 0.000 64,-22.000 0.000 0,2.000-20.000 32,-1.000 20.000 0,1.000 0.000 0,-22.000 0.000 0,2.000 0.000 0,-1.000 0.000-32,1.000 0.000 32,20.000 0.000-96,-21.000 0.000 64,41.000 20.000 32,-22.000-20.000-96,42.000 20.000-32,19.000 0.000-480,-1.000 0.000-834,21.000-1.000-1985</inkml:trace>
</inkml:ink>
</file>

<file path=ppt/ink/ink4.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09-23T00:30:19"/>
    </inkml:context>
    <inkml:brush xml:id="br0">
      <inkml:brushProperty name="width" value="0.05292" units="cm"/>
      <inkml:brushProperty name="height" value="0.05292" units="cm"/>
      <inkml:brushProperty name="color" value="#0000ff"/>
    </inkml:brush>
    <inkml:brush xml:id="br1">
      <inkml:brushProperty name="width" value="0.05292" units="cm"/>
      <inkml:brushProperty name="height" value="0.05292" units="cm"/>
      <inkml:brushProperty name="color" value="#ff0000"/>
    </inkml:brush>
    <inkml:brush xml:id="br2">
      <inkml:brushProperty name="width" value="0.05292" units="cm"/>
      <inkml:brushProperty name="height" value="0.05292" units="cm"/>
      <inkml:brushProperty name="color" value="#ff00ff"/>
    </inkml:brush>
    <inkml:brush xml:id="br3">
      <inkml:brushProperty name="width" value="0.05292" units="cm"/>
      <inkml:brushProperty name="height" value="0.05292" units="cm"/>
      <inkml:brushProperty name="color" value="#00ff00"/>
    </inkml:brush>
  </inkml:definitions>
  <inkml:trace contextRef="#ctx0" brushRef="#br0">10242.000 8584.000 3331,'-21.000'0.000'1249,"21.000"0.000"32,0.000-20.000 224,0.000 20.000 1,0.000 0.000-289,0.000 0.000-672,0.000-20.000-225,0.000 20.000 96,0.000 0.000 65,21.000 0.000-97,-21.000 0.000-96,20.000 0.000-31,0.000 0.000-1,-20.000 0.000 0,39.000 0.000 0,-19.000 0.000-31,0.000 0.000 95,20.000 0.000 0,-1.000 0.000 0,21.000 0.000-95,-1.000 0.000-33,20.000 0.000-96,2.000 0.000 64,18.000 0.000-128,19.000 0.000 32,-19.000 0.000-32,21.000 0.000-32,-1.000 0.000 32,0.000 0.000-32,1.000 0.000 32,18.000 0.000 0,1.000 0.000 0,1.000 20.000 32,-2.000-20.000 32,-19.000 0.000 1,21.000 0.000 31,-21.000 0.000-128,-1.000 20.000 0,1.000-20.000 32,-19.000 0.000 0,-1.000 0.000-32,-19.000 0.000 0,-1.000 0.000 0,-20.000 0.000 0,-18.000 0.000 32,-3.000 0.000-192,-38.000 0.000-609,0.000 0.000-1505,-18.000-20.000-5414</inkml:trace>
  <inkml:trace contextRef="#ctx0" brushRef="#br0">673.000 6260.000 5925,'-39.000'0.000'96,"39.000"19.000"0,0.000-19.000 769,0.000 0.000 1025,0.000 0.000-128,0.000 0.000-673,20.000 0.000-641,-1.000 0.000-64,1.000 0.000 1,20.000-19.000-129,19.000 19.000-128,-18.000 0.000-96,17.000 0.000 0,3.000 0.000-32,18.000-21.000 0,20.000 21.000-160,21.000 0.000 32,-1.000 0.000 128,-1.000 0.000 32,62.000-20.000 32,18.000 1.000 256,21.000 19.000 257,18.000-21.000 31,-39.000 21.000-95,-19.000 0.000-97,-40.000 0.000-224,-20.000 0.000-95,-19.000 0.000-65,-1.000 0.000 64,-20.000 0.000-96,-19.000 0.000 0,-21.000 0.000-225,-19.000 21.000-223,1.000-21.000-64,-21.000 0.000-193,0.000 0.000-288,0.000-21.000-2594,-21.000 21.000-5638</inkml:trace>
  <inkml:trace contextRef="#ctx0" brushRef="#br0">5736.000 6895.000 1249,'-20.000'0.000'1954,"20.000"0.000"-97,-20.000 0.000 738,20.000-20.000 31,0.000 20.000-384,-20.000 0.000-480,20.000 0.000-417,0.000-20.000-288,0.000 20.000-160,-20.000 0.000-32,20.000 0.000-96,0.000 0.000-385,0.000 0.000-224,0.000 0.000-32,20.000 0.000 97,-20.000 20.000-33,20.000-20.000 160,0.000 20.000-160,0.000-20.000 0,-1.000 20.000 65,21.000 20.000-161,0.000-21.000 0,19.000 21.000-32,-18.000-20.000 64,18.000 20.000-128,0.000 0.000 96,1.000-21.000-160,-21.000 21.000-224,21.000-20.000 512,-19.000 0.000-384,-23.000 0.000 64,2.000 0.000-128,0.000-20.000-65,1.000 0.000-63,-21.000 0.000-193,0.000 19.000-95,0.000-19.000-65,0.000 0.000-320,-21.000-19.000-544,1.000 19.000-1186,20.000-20.000-3811</inkml:trace>
  <inkml:trace contextRef="#ctx0" brushRef="#br0">6291.000 6796.000 11402,'-20.000'0.000'1570,"2.000"0.000"-1346,-3.000 0.000 353,1.000 20.000 512,0.000 19.000-417,-20.000 1.000-223,1.000 20.000-129,-1.000-1.000 96,-19.000 20.000 225,18.000-18.000-161,3.000 18.000-384,-3.000-40.000 193,21.000 21.000-289,0.000-40.000-96,1.000 19.000-321,19.000-19.000-383,0.000 0.000-930,0.000-20.000-2722,0.000 0.000-6277</inkml:trace>
  <inkml:trace contextRef="#ctx0" brushRef="#br0">7225.000 6895.000 3843,'0.000'0.000'2691,"-21.000"0.000"191,21.000-20.000-319,0.000 20.000-673,0.000 0.000-289,0.000 0.000-320,0.000 0.000-640,0.000 0.000-417,21.000 20.000 353,-1.000 0.000-1,39.000 0.000-127,-19.000 19.000-161,19.000 21.000 0,-19.000-20.000-192,19.000 19.000 0,2.000-19.000 1,-23.000 0.000-33,23.000 0.000 64,-22.000-1.000-192,1.000-19.000 128,-20.000 0.000-64,-1.000 0.000-353,-19.000 0.000-383,0.000-20.000-417,0.000 19.000-385,-19.000-19.000-1184,19.000 0.000-2980</inkml:trace>
  <inkml:trace contextRef="#ctx0" brushRef="#br0">7840.000 6836.000 13869,'-20.000'0.000'672,"-20.000"0.000"-351,1.000 39.000 479,-1.000 1.000 161,-19.000 19.000-192,-2.000 21.000-192,-18.000-1.000-417,20.000 1.000-64,19.000-21.000-32,1.000 1.000-32,-1.000-20.000-320,20.000-1.000-321,20.000 1.000-608,0.000-20.000-1666,20.000-20.000-5221</inkml:trace>
  <inkml:trace contextRef="#ctx0" brushRef="#br0">8911.000 6955.000 6374,'-18.000'-20.000'2017,"-2.000"20.000"258,20.000 0.000-418,0.000-20.000-191,0.000 20.000-321,0.000 0.000-288,0.000 0.000-480,0.000 0.000-289,20.000 20.000 192,-2.000-20.000 65,3.000 20.000-129,19.000 19.000 97,19.000-19.000-193,-19.000 20.000-192,19.000-1.000 0,20.000-18.000 1,-19.000 19.000-129,-1.000-1.000 0,2.000-19.000-32,-22.000 20.000-65,1.000-21.000 1,0.000 1.000-352,-21.000 0.000-33,1.000-20.000-255,0.000 20.000-129,-20.000-20.000-224,0.000 0.000-352,0.000 0.000-673,0.000 0.000-417,0.000 0.000-2337</inkml:trace>
  <inkml:trace contextRef="#ctx0" brushRef="#br0">9488.000 6875.000 13837,'-60.000'20.000'832,"39.000"-20.000"-832,-17.000 20.000 193,18.000 0.000 607,-21.000 19.000 33,-18.000 21.000-192,19.000-1.000-321,1.000 2.000-192,-1.000-2.000-32,1.000 0.000-64,19.000-19.000-32,0.000 0.000-64,20.000-1.000-224,0.000-19.000-193,0.000-20.000-447,0.000 20.000-706,0.000-20.000-2434</inkml:trace>
  <inkml:trace contextRef="#ctx0" brushRef="#br0">11849.000 6895.000 4964,'-18.000'0.000'4645,"-3.000"0.000"-1987,21.000 0.000-448,0.000 0.000-640,0.000 0.000-609,0.000 0.000-353,0.000 0.000-288,21.000 0.000 417,-3.000 20.000 128,2.000 0.000-320,21.000 0.000-257,18.000 19.000 96,1.000 1.000-288,-21.000-20.000-32,41.000 19.000 64,-21.000 1.000-64,0.000-19.000-31,-18.000 18.000 63,18.000-19.000-257,-39.000 0.000-95,20.000 0.000-128,-40.000-20.000-385,20.000 0.000-192,-20.000 0.000-384,0.000 0.000-705,0.000 0.000-1954,-20.000 0.000-6630</inkml:trace>
  <inkml:trace contextRef="#ctx0" brushRef="#br0">12406.000 6895.000 15054,'-20.000'0.000'672,"0.000"0.000"-832,20.000 20.000 320,-39.000 0.000 385,19.000 19.000-129,-21.000 1.000-320,3.000 0.000 161,-3.000 20.000 223,2.000-1.000-160,-1.000 1.000-191,0.000-21.000 31,1.000 1.000-160,19.000 0.000-193,0.000-1.000-543,20.000-19.000-738,0.000-20.000-1344,20.000 0.000-2531</inkml:trace>
  <inkml:trace contextRef="#ctx0" brushRef="#br0">13894.000 6974.000 7527,'-59.000'-19.000'288,"39.000"19.000"-160,0.000 0.000 2114,1.000-20.000-929,-1.000 20.000 1,20.000 0.000 223,-20.000-20.000-256,20.000 20.000-224,0.000 0.000-32,0.000 0.000-32,0.000 0.000-256,0.000 0.000-193,0.000 0.000-159,20.000 20.000-97,0.000-20.000 193,-1.000 20.000-321,21.000-1.000 64,1.000 1.000 96,-3.000 20.000-64,23.000-20.000-159,-2.000 19.000-33,20.000-18.000-32,-19.000 19.000 64,-1.000-1.000-128,0.000-19.000 64,-19.000 20.000-96,1.000-21.000-97,-3.000 1.000-159,3.000 0.000-96,-41.000 0.000 224,20.000-20.000-129,-20.000 0.000-95,0.000 0.000-33,0.000 0.000-31,-20.000 0.000-513,20.000-20.000-320,-20.000 20.000-609,-21.000-40.000-2370</inkml:trace>
  <inkml:trace contextRef="#ctx0" brushRef="#br0">14390.000 6836.000 9833,'-38.000'19.000'1089,"17.000"-19.000"-993,1.000 40.000 1826,-19.000 0.000 192,-1.000 19.000-865,-19.000 1.000-352,-1.000 0.000-193,21.000 19.000-127,-21.000-19.000-289,21.000-21.000-224,19.000 1.000-160,-1.000 0.000-320,21.000-1.000-705,0.000-19.000-1698,0.000 0.000-5541</inkml:trace>
  <inkml:trace contextRef="#ctx0" brushRef="#br1">10142.000 4113.000 11434,'0.000'0.000'1666,"-20.000"0.000"-225,20.000 0.000 129,0.000 0.000-385,0.000 0.000-512,0.000 0.000-513,20.000 0.000-32,0.000 0.000 480,21.000 19.000 65,-2.000 21.000-225,21.000-20.000-159,-1.000 20.000-33,1.000-20.000-128,-1.000 19.000-32,20.000 1.000 32,-18.000 0.000-64,-2.000 0.000 32,0.000-20.000-96,-19.000 20.000 0,0.000-21.000 0,-21.000-19.000 0,1.000 20.000-512,-20.000-20.000-289,0.000 0.000-192,0.000 20.000-128,0.000-20.000-384,-20.000 0.000-449,1.000 0.000-1153,-21.000 0.000-3267</inkml:trace>
  <inkml:trace contextRef="#ctx0" brushRef="#br1">10758.000 4132.000 5637,'0.000'-19.000'8552,"-20.000"19.000"-8264,20.000 0.000 289,-19.000 0.000 224,-1.000 19.000-449,-20.000 2.000 32,1.000 18.000 129,-22.000 21.000 127,23.000 0.000 129,-23.000-1.000-353,22.000 1.000-255,-1.000-1.000-97,0.000 1.000-64,20.000-20.000-193,1.000-21.000-447,19.000 21.000-225,0.000-20.000-993,0.000 0.000-3395</inkml:trace>
  <inkml:trace contextRef="#ctx0" brushRef="#br1">13001.000 4153.000 8263,'-20.000'0.000'5125,"20.000"0.000"-3587,0.000 0.000 63,0.000 0.000-512,0.000 0.000-512,0.000 0.000-385,20.000 19.000 192,0.000 1.000 97,21.000 0.000 95,-3.000 20.000-31,23.000-1.000-385,-2.000-18.000-32,0.000 19.000 32,1.000-1.000-96,-1.000-19.000-96,-19.000 0.000-128,-1.000 0.000-128,1.000 0.000-129,-19.000-20.000-159,-1.000 19.000-353,-20.000-19.000-480,0.000 0.000-609,0.000 0.000-513,-20.000-19.000-3394</inkml:trace>
  <inkml:trace contextRef="#ctx0" brushRef="#br1">13517.000 4172.000 13356,'0.000'0.000'1409,"-20.000"0.000"-960,0.000 0.000 640,2.000 20.000-128,-23.000 0.000-224,1.000 20.000-289,-19.000-1.000-32,0.000 22.000-223,19.000-2.000-129,-19.000 1.000-96,39.000-21.000-417,0.000-19.000-512,-1.000 0.000-768,21.000 0.000-1923,0.000 0.000-5380</inkml:trace>
  <inkml:trace contextRef="#ctx0" brushRef="#br1">14947.000 4113.000 15214,'-20.000'19.000'1089,"0.000"-19.000"128,20.000 0.000 0,0.000 0.000-608,20.000 21.000 31,20.000-2.000 321,-1.000 1.000-288,1.000 20.000-225,19.000 0.000-95,22.000-21.000-225,-23.000 21.000-32,3.000 0.000-64,-2.000 0.000 0,0.000-20.000-64,-19.000 0.000-224,0.000 0.000-33,-1.000-1.000-351,-19.000 1.000-513,-20.000-20.000-449,0.000 0.000-384,0.000 0.000-480,-20.000 0.000-3748</inkml:trace>
  <inkml:trace contextRef="#ctx0" brushRef="#br1">15582.000 4113.000 15150,'-20.000'0.000'897,"0.000"0.000"-737,-19.000 19.000 833,-1.000 2.000 0,0.000 18.000-449,-19.000 21.000-223,-20.000 0.000-193,18.000-1.000 32,2.000 1.000-160,-1.000-20.000 32,21.000-1.000-320,19.000 1.000-577,0.000-20.000-673,20.000 0.000-1376,20.000-1.000-3653</inkml:trace>
  <inkml:trace contextRef="#ctx0" brushRef="#br1">16277.000 4113.000 10890,'-79.000'0.000'1665,"59.000"0.000"-1120,0.000 0.000 864,-1.000 0.000 193,3.000 0.000-577,18.000 0.000-321,-20.000 0.000 65,20.000 0.000 160,0.000 19.000-192,20.000-19.000 31,-2.000 21.000-127,3.000-2.000-289,19.000 1.000-95,-1.000 20.000-65,21.000-20.000-32,-21.000 19.000-32,21.000 1.000-96,19.000 0.000 0,-20.000 0.000-64,-18.000-20.000-64,18.000 20.000-192,-39.000-21.000-33,20.000-19.000-255,-20.000 20.000-513,-20.000-20.000-417,0.000 0.000-479,0.000 0.000-1186,0.000 0.000-4132</inkml:trace>
  <inkml:trace contextRef="#ctx0" brushRef="#br1">16674.000 4073.000 17008,'-59.000'20.000'160,"-1.000"19.000"961,21.000 1.000-64,-42.000 20.000-449,22.000-1.000-383,0.000 2.000-193,19.000-2.000-128,0.000 1.000-321,21.000-21.000-544,19.000 1.000-800,0.000 0.000-1507,19.000-21.000-3522</inkml:trace>
  <inkml:trace contextRef="#ctx0" brushRef="#br1">17269.000 4073.000 11627,'-20.000'0.000'1537,"1.000"0.000"-448,-1.000 0.000 961,20.000 0.000-513,0.000 0.000-319,0.000 0.000-482,0.000 0.000-287,0.000 20.000 255,20.000-20.000 33,-1.000 20.000-128,1.000 20.000-225,21.000-21.000 32,17.000 21.000-159,-17.000 0.000-65,38.000-1.000-32,-20.000-18.000-32,1.000 19.000-128,19.000-21.000 96,-20.000 21.000-256,-18.000-20.000-64,-1.000-20.000-129,-1.000 20.000-319,-39.000-20.000-289,20.000 0.000-352,-20.000 0.000 96,0.000 0.000-769,-20.000-20.000-1890,1.000 0.000-1697</inkml:trace>
  <inkml:trace contextRef="#ctx0" brushRef="#br1">17905.000 4033.000 15502,'-20.000'-20.000'801,"20.000"20.000"-385,-20.000 0.000 577,1.000 0.000-224,-21.000 20.000-481,-1.000 1.000 33,-18.000 18.000 159,-20.000 40.000 385,-1.000 1.000-160,1.000-1.000-257,0.000 1.000-224,20.000-1.000-128,18.000-19.000-64,21.000-20.000-288,0.000 0.000-481,20.000-21.000-704,20.000 1.000-769,0.000 0.000-4741</inkml:trace>
  <inkml:trace contextRef="#ctx0" brushRef="#br0">2043.000 7173.000 4260,'-60.000'0.000'1825,"41.000"0.000"289,-21.000 0.000-64,20.000 0.000 0,0.000 0.000-416,1.000 0.000-449,-1.000 0.000-448,0.000 0.000-129,20.000 0.000-95,-20.000 0.000-129,20.000-19.000-224,0.000 19.000-160,0.000 0.000 32,0.000 0.000-96,20.000 0.000 128,0.000 0.000-64,0.000 0.000 0,19.000 0.000 64,21.000 0.000-96,-1.000 0.000 0,40.000 0.000 64,1.000 0.000-32,-21.000 0.000 0,1.000 0.000-64,-1.000 0.000-160,-20.000 0.000-193,2.000 0.000-127,-2.000 0.000-1,-19.000 0.000 65,-21.000 0.000 32,1.000-21.000 63,-20.000 21.000 65,0.000 0.000-801,0.000-19.000-2338,-20.000 19.000-1570</inkml:trace>
  <inkml:trace contextRef="#ctx0" brushRef="#br0">2560.000 6994.000 5413,'0.000'0.000'3747,"20.000"0.000"-3651,-20.000 0.000-192,18.000 0.000 545,-18.000 0.000 287,21.000 0.000-255,19.000 0.000-65,-1.000 20.000-128,1.000 0.000-63,0.000 0.000 95,-1.000 0.000 96,1.000-20.000-159,-20.000 19.000-1,1.000 2.000 32,-3.000-2.000-64,2.000 2.000 33,-20.000-21.000 63,0.000 19.000 385,-20.000-19.000 31,2.000 20.000-319,-23.000 0.000-225,1.000 0.000-128,-19.000 0.000-481,19.000-1.000-1216,-19.000 1.000-1378,-2.000 0.000-3171</inkml:trace>
  <inkml:trace contextRef="#ctx0" brushRef="#br1">1766.000 4391.000 3010,'-40.000'20.000'2275,"40.000"-20.000"-2852,0.000 0.000 449,0.000 0.000 608,0.000 0.000 962,20.000 0.000 31,-20.000 0.000-512,20.000 0.000-64,-2.000 0.000 224,3.000 0.000-288,19.000 0.000-321,-1.000 0.000-192,41.000 0.000-159,-1.000 0.000-97,41.000-20.000 32,-1.000 20.000-96,-1.000-20.000 32,1.000 20.000-32,-19.000 0.000-64,-40.000 0.000-289,-1.000-19.000-543,-19.000 19.000-802,-1.000 0.000-1121,-19.000 0.000-1024</inkml:trace>
  <inkml:trace contextRef="#ctx0" brushRef="#br1">2539.000 4192.000 10025,'21.000'0.000'1826,"-1.000"0.000"-2371,-2.000 0.000 545,3.000 0.000 321,19.000 20.000 607,-1.000-20.000-223,1.000 0.000-385,0.000 20.000-224,-1.000 0.000 257,21.000-20.000 31,-39.000 20.000-32,17.000-20.000-255,3.000 19.000-1,-21.000 2.000-64,-2.000-21.000 64,-18.000 19.000-32,0.000 2.000 96,0.000-2.000 192,-38.000 1.000 33,17.000 0.000-289,-37.000 0.000-32,17.000 20.000-64,1.000-21.000 32,-19.000 1.000-416,19.000 20.000-1282,1.000-20.000-2594</inkml:trace>
  <inkml:trace contextRef="#ctx0" brushRef="#br2">9885.000 7253.000 4099,'0.000'0.000'929,"0.000"0.000"1185,0.000 0.000 769,0.000-20.000-801,0.000 20.000-673,0.000 0.000-416,0.000 0.000 128,0.000 0.000-224,0.000 0.000-384,0.000 0.000-257,0.000 0.000-224,0.000 0.000-64,0.000 20.000 96,0.000-1.000 0,0.000 1.000-32,20.000 0.000 96,-20.000 0.000 128,0.000 20.000 129,0.000-1.000-129,0.000 1.000 128,0.000 0.000-159,0.000-1.000-1,0.000 1.000-480,0.000 0.000 544,19.000-21.000-288,-19.000 22.000 0,0.000-21.000-128,0.000-20.000-129,0.000 20.000-255,0.000-20.000-513,0.000 20.000 64,0.000-20.000-833,0.000 0.000-960,0.000 0.000-2211</inkml:trace>
  <inkml:trace contextRef="#ctx0" brushRef="#br2">9666.000 7591.000 7463,'-20.000'0.000'1569,"20.000"0.000"-1217,0.000 0.000 962,0.000 0.000 639,0.000 0.000-831,0.000-21.000-386,20.000 2.000-31,-20.000 19.000 128,21.000-21.000-385,-21.000 1.000 1,20.000 1.000-97,-2.000-1.000-192,2.000 0.000-64,21.000 0.000-64,-21.000-20.000 96,-1.000 21.000 0,1.000-1.000-64,0.000-20.000-64,0.000 20.000 65,0.000 0.000 127,-1.000 1.000-128,1.000 19.000 0,-20.000 0.000-64,0.000-20.000 192,0.000 20.000-192,0.000 20.000 64,20.000-20.000 96,-20.000 19.000 32,0.000 1.000 1,20.000 0.000-33,0.000 0.000-32,-1.000 20.000-32,1.000-40.000-128,0.000 19.000 128,0.000 1.000-192,1.000-20.000-513,-3.000 20.000-960,2.000-20.000-3652</inkml:trace>
  <inkml:trace contextRef="#ctx0" brushRef="#br2">9905.000 7332.000 800,'0.000'-20.000'1730,"0.000"20.000"704,-20.000-20.000 129,20.000 20.000-449,0.000 0.000-609,0.000 0.000-416,0.000 0.000-224,0.000 0.000-289,0.000 0.000-159,0.000 0.000-161,0.000-20.000-96,0.000 20.000 0,0.000 0.000-64,0.000 20.000-63,0.000-20.000 159,0.000 20.000 224,-20.000 20.000 65,20.000-1.000-161,0.000 1.000-96,0.000 0.000 32,0.000-1.000-128,0.000 21.000 97,0.000-20.000 63,0.000 0.000-32,0.000 20.000-128,0.000-21.000 129,0.000 1.000-161,0.000 0.000 64,0.000-1.000-192,0.000 1.000 128,20.000-20.000-64,-20.000 0.000-32,0.000 0.000 64,0.000-20.000-96,0.000 0.000 0,0.000 0.000-417,0.000 0.000-640,0.000 0.000-1249,0.000-20.000-2370</inkml:trace>
  <inkml:trace contextRef="#ctx0" brushRef="#br2">19116.000 3378.000 5541,'20.000'-20.000'480,"-20.000"20.000"513,0.000-20.000 737,0.000 20.000-161,0.000 0.000-832,0.000-20.000-160,0.000 20.000 415,0.000 0.000 65,0.000-20.000-96,0.000 20.000-352,0.000 0.000-545,0.000 20.000-256,20.000-20.000 160,-20.000 40.000 32,0.000-20.000 64,0.000 39.000-64,0.000-19.000 32,0.000 19.000 32,0.000 1.000-64,0.000-1.000-32,0.000 1.000 64,0.000-20.000-32,0.000 20.000 0,0.000 0.000 64,0.000-21.000-128,0.000 21.000 128,0.000-21.000-64,0.000 2.000-64,0.000-2.000 0,-20.000 0.000-32,20.000 1.000 64,0.000-20.000 32,-20.000 20.000 0,20.000-20.000 0,0.000 0.000 32,0.000-20.000 32,0.000 19.000 0,0.000-19.000-32,0.000 0.000 128,0.000 0.000-32,0.000 0.000 64,0.000 0.000-192,0.000 21.000 32,0.000-21.000-32,0.000 0.000-32,0.000 0.000 32,0.000 0.000 0,0.000 0.000 32,0.000 0.000 32,0.000 0.000 1,0.000 0.000 95,0.000 0.000-96,0.000 0.000 64,0.000 0.000-64,0.000 0.000-32,0.000 0.000-32,20.000 0.000-32,-20.000 0.000 32,0.000 0.000 0,20.000 0.000 32,-20.000 0.000 0,19.000 0.000-32,-19.000 0.000 32,20.000 19.000 0,0.000-19.000 32,0.000 0.000-64,0.000 0.000 0,-1.000 0.000 32,-19.000 0.000-32,20.000 0.000 0,0.000 0.000 0,0.000-19.000 32,0.000 19.000-32,-1.000 0.000 96,1.000 0.000 0,-20.000-21.000-96,20.000 21.000 32,-20.000 0.000-32,21.000-19.000 0,-1.000 19.000-32,-20.000 0.000-32,38.000 0.000 32,-17.000 0.000 32,19.000 0.000-64,-1.000 0.000 64,1.000 0.000 0,0.000 0.000-32,-1.000 0.000 32,1.000 0.000 0,-1.000 0.000-32,1.000 0.000 0,1.000 0.000 32,18.000 19.000 0,-19.000-19.000-32,19.000 0.000 32,0.000 21.000 0,-19.000-21.000 32,19.000 0.000-32,1.000 19.000 0,-1.000-19.000 0,-18.000 0.000 0,18.000 21.000 0,1.000-21.000 0,-21.000 19.000-32,21.000-19.000 32,-1.000 20.000 32,2.000-20.000-32,18.000 0.000 0,-20.000 20.000 0,1.000-20.000 0,19.000 0.000 0,0.000 0.000 32,-18.000 20.000-32,-2.000-20.000 0,20.000 0.000 32,-19.000 0.000-32,19.000 20.000 32,-20.000-20.000-32,20.000 20.000 0,2.000-20.000 32,-2.000 0.000 0,-20.000 0.000-32,20.000 19.000 0,22.000-19.000-32,-22.000 0.000 32,0.000 0.000 0,0.000 0.000 32,-19.000 0.000 0,19.000 0.000 64,0.000 0.000 0,0.000 20.000-31,-18.000-20.000-33,18.000 0.000 0,0.000 0.000-32,20.000 0.000 0,-20.000 0.000 0,21.000 0.000 0,19.000 0.000 0,-40.000 0.000 32,2.000 0.000-32,-2.000 0.000 0,-20.000 0.000 32,-19.000 0.000-96,19.000 0.000 64,1.000 0.000-96,19.000 0.000-33,0.000 0.000 65,-18.000 20.000 0,18.000-20.000 32,-20.000 0.000 32,1.000-20.000 0,-1.000 20.000 0,-18.000 0.000 64,-3.000 0.000 0,3.000 0.000-32,-21.000 0.000 129,-20.000 0.000-129,18.000-20.000-32,-18.000 20.000 0,21.000 0.000 32,-1.000 0.000-32,-20.000 0.000 32,20.000 0.000 0,0.000-19.000-32,-1.000 19.000 0,-19.000-20.000 0,20.000 20.000-32,-20.000-20.000-96,0.000 0.000 95,20.000 0.000-31,-20.000-19.000 0,0.000 18.000 0,0.000-19.000-224,20.000 1.000 0,-20.000-1.000-33,20.000 0.000-31,-20.000 0.000 160,19.000-19.000 96,-19.000 19.000 96,0.000-19.000 0,0.000-1.000 160,0.000 21.000 0,0.000-21.000-96,0.000 20.000-32,0.000 0.000-64,0.000 20.000 32,0.000-19.000-32,0.000 18.000-64,0.000 2.000-64,20.000-21.000 32,-20.000 21.000 64,0.000-2.000 96,0.000 21.000 0,0.000-20.000 32,0.000 1.000 96,0.000 19.000 32,0.000-20.000 32,0.000 20.000-192,-20.000 0.000-96,20.000 0.000-32,-19.000 0.000 0,-1.000 0.000 0,0.000 0.000 0,0.000 0.000 64,-19.000 0.000 32,-1.000 0.000 32,-19.000 0.000 0,-2.000 0.000 0,2.000 0.000 0,-1.000-20.000 32,-19.000 20.000 32,-20.000 0.000-32,-1.000 0.000-64,1.000-20.000 0,-20.000 20.000 0,-19.000 0.000 0,-22.000-20.000-32,22.000 20.000 32,-1.000-20.000 0,19.000 20.000 0,1.000-19.000 0,0.000 19.000 0,19.000-20.000 32,-18.000 20.000 0,-1.000 0.000-32,0.000 0.000 0,-21.000-20.000 0,21.000 20.000 0,1.000 0.000 0,-1.000 0.000 32,-21.000 0.000-32,21.000 0.000 0,1.000 0.000 193,-22.000 0.000 63,21.000 0.000-32,-21.000 0.000 64,23.000 20.000 1,-3.000-20.000-97,1.000 0.000-96,-21.000 0.000 0,21.000 0.000-32,-19.000 0.000 64,19.000 0.000 128,-21.000 20.000-128,22.000-20.000-31,19.000 0.000-97,0.000 19.000 64,-2.000-19.000-64,42.000 0.000-513,0.000 0.000-832,-1.000 0.000-2082,21.000 0.000-7560</inkml:trace>
  <inkml:trace contextRef="#ctx0" brushRef="#br2">22213.000 6656.000 928,'-20.000'0.000'1538,"20.000"0.000"256,-20.000 0.000 127,20.000 0.000-95,0.000 0.000-160,-20.000 0.000-257,20.000 0.000-192,0.000 0.000-32,0.000 0.000-224,0.000 0.000-352,0.000 0.000-129,0.000 0.000-159,20.000 0.000-65,0.000 0.000-128,0.000 0.000-64,-1.000 0.000 0,21.000 0.000-64,0.000 0.000 32,-1.000 0.000-32,22.000 0.000 0,-23.000 0.000-128,3.000 0.000-449,-2.000 0.000-384,1.000 0.000-768,-20.000 0.000-1282,19.000-19.000-1986</inkml:trace>
  <inkml:trace contextRef="#ctx0" brushRef="#br2">23623.000 6736.000 6277,'0.000'20.000'1794,"0.000"-20.000"-897,-21.000 0.000 961,21.000 0.000 0,0.000 0.000-1058,21.000 0.000-511,-1.000 0.000 223,18.000 0.000-128,3.000 0.000-127,-2.000-20.000-129,1.000 20.000-96,0.000 0.000-32,-1.000 0.000-32,1.000 0.000-224,19.000 0.000-193,-19.000 0.000-448,-1.000 0.000-640,1.000 0.000-353,-19.000 0.000-576</inkml:trace>
  <inkml:trace contextRef="#ctx0" brushRef="#br0">19810.000 7312.000 672,'0.000'-20.000'1890,"0.000"20.000"64,20.000 0.000 96,-20.000 0.000-289,0.000-20.000-31,0.000 20.000-321,0.000 0.000-256,-20.000-19.000-256,20.000 19.000-192,0.000 0.000-385,0.000-20.000-160,0.000 20.000-160,-20.000 0.000-32,1.000 0.000-96,-1.000 0.000 32,0.000 0.000 96,-20.000 20.000-32,1.000-1.000 0,19.000 1.000 32,-20.000 0.000 0,1.000 0.000 64,19.000 20.000-64,0.000-1.000 32,-1.000 1.000 0,3.000 0.000-32,18.000-1.000 0,0.000 1.000 0,18.000 0.000 32,3.000 0.000 64,19.000-20.000-64,-1.000 20.000 0,1.000-20.000 97,0.000-1.000-65,19.000 1.000 0,0.000-20.000 32,2.000 0.000 32,-3.000 0.000-96,3.000-20.000 96,-2.000 1.000 0,-19.000-1.000 32,-1.000 0.000 32,1.000-20.000 33,-1.000 0.000 31,-39.000 0.000 128,20.000 0.000 129,-20.000 1.000-97,-20.000-21.000-63,1.000 20.000 63,-21.000 1.000-256,0.000-1.000-320,1.000 0.000 448,-21.000 21.000-352,21.000-1.000 64,-2.000 0.000-256,21.000 20.000-705,2.000 20.000-1185,-2.000-20.000-2627</inkml:trace>
  <inkml:trace contextRef="#ctx0" brushRef="#br0">20604.000 7690.000 7623,'0.000'0.000'1986,"0.000"0.000"-1826,0.000 0.000 705,0.000 0.000 672,0.000 0.000-256,0.000 0.000-896,0.000 0.000 287,-19.000 20.000 353,19.000-20.000-288,-20.000 20.000-353,-20.000 19.000-288,20.000-19.000 32,-19.000 0.000-63,-1.000 0.000-258,20.000 19.000-159,-19.000-19.000-321,19.000 0.000-800,0.000 0.000-2339,20.000-20.000-6628</inkml:trace>
  <inkml:trace contextRef="#ctx0" brushRef="#br0">21181.000 7332.000 5797,'-20.000'-20.000'1569,"20.000"20.000"834,0.000-20.000-289,0.000 20.000-417,0.000 0.000-479,-21.000 0.000-450,21.000 0.000-479,0.000 20.000 351,21.000 0.000-63,-21.000 0.000-97,0.000 19.000-128,20.000 1.000-95,-20.000 0.000-129,20.000 19.000-32,-20.000-19.000 0,0.000 19.000 0,0.000-38.000-96,0.000 19.000 32,19.000 0.000-96,-19.000-21.000-96,20.000 1.000-192,-20.000 0.000-225,0.000 0.000-768,0.000-20.000-1474,20.000 0.000-3171</inkml:trace>
  <inkml:trace contextRef="#ctx0" brushRef="#br0">21537.000 7769.000 9096,'20.000'20.000'3011,"-20.000"-20.000"-3011,0.000 20.000 737,0.000 0.000 864,-20.000-20.000-640,0.000 20.000-769,2.000-1.000-192,18.000 1.000-64,-21.000 0.000-64,1.000 0.000-320,0.000 0.000-898,0.000 0.000-1312,1.000-20.000-3524</inkml:trace>
  <inkml:trace contextRef="#ctx0" brushRef="#br0">22015.000 7451.000 11242,'-20.000'-20.000'513,"20.000"20.000"-289,20.000 0.000 929,-20.000-20.000-192,39.000 20.000-289,1.000 0.000-287,-1.000 20.000-1,21.000-20.000 225,-1.000 20.000-65,-19.000 0.000-480,-1.000 0.000-128,-39.000 19.000 64,20.000-18.000-288,-20.000 19.000-192,0.000-21.000 127,-20.000 0.000 129,1.000 2.000 192,-1.000-1.000 32,-20.000 20.000 32,1.000-40.000 128,-1.000 20.000 64,20.000-1.000 129,0.000 1.000-97,20.000-20.000-64,0.000 20.000-32,0.000 0.000 129,20.000-20.000-33,0.000 20.000-32,20.000-20.000-128,-1.000 20.000-128,1.000-20.000-128,-1.000 0.000-513,1.000 0.000-576,-19.000 0.000-1281,17.000 0.000-2403</inkml:trace>
  <inkml:trace contextRef="#ctx0" brushRef="#br0">22788.000 7868.000 10121,'21.000'20.000'128,"-21.000"0.000"353,0.000 0.000 960,-21.000-20.000 0,1.000 20.000-384,0.000 0.000-512,2.000-1.000-225,-23.000 2.000-224,21.000-1.000-128,20.000-1.000-416,-20.000 1.000-961,20.000-20.000-2371,0.000 20.000-5637</inkml:trace>
  <inkml:trace contextRef="#ctx0" brushRef="#br0">23226.000 7510.000 12395,'38.000'-19.000'-128,"3.000"19.000"801,-21.000 0.000 1056,19.000 0.000-576,-19.000 19.000-480,0.000-19.000-385,19.000 20.000-192,1.000-20.000 1,-20.000 21.000-65,0.000-2.000 0,-20.000 2.000-64,0.000-2.000-225,0.000 0.000 161,-20.000 2.000 32,0.000-1.000 32,0.000 20.000-32,20.000-20.000-128,0.000-1.000 128,0.000 1.000 64,20.000 20.000 32,0.000-20.000 0,-20.000 0.000-32,20.000 19.000 0,0.000-19.000 0,-1.000 20.000 0,1.000-20.000 32,-20.000-1.000-32,20.000 2.000 32,-40.000-21.000 0,0.000 20.000-32,1.000-20.000-224,-1.000 19.000-129,-20.000-19.000-255,0.000 0.000-417,1.000 0.000-897,-1.000-19.000-1505</inkml:trace>
  <inkml:trace contextRef="#ctx0" brushRef="#br0">19810.000 8286.000 7238,'0.000'-20.000'1538,"0.000"0.000"-513,0.000 20.000 576,0.000 0.000-704,0.000 0.000-641,0.000 0.000-224,0.000 20.000 97,0.000 0.000 255,0.000 20.000 128,0.000-1.000-159,0.000 1.000-65,0.000 19.000-96,0.000-18.000-64,0.000 18.000 0,0.000-19.000-128,0.000 19.000-128,0.000-19.000-256,0.000 0.000-481,20.000 0.000-352,-20.000-20.000-737,0.000-1.000-768,0.000-19.000-1763</inkml:trace>
  <inkml:trace contextRef="#ctx0" brushRef="#br0">19592.000 8584.000 8039,'0.000'20.000'4997,"0.000"-1.000"-5093,0.000 2.000 224,20.000 19.000 384,0.000-1.000-319,0.000 1.000-129,0.000 0.000-128,-1.000-1.000 64,1.000 1.000 32,0.000 0.000 96,20.000 0.000 416,-21.000-21.000 225,-19.000-19.000 96,20.000 0.000 96,21.000 0.000-97,-21.000 0.000-95,-2.000-40.000-128,2.000 21.000-321,1.000-21.000-224,-1.000 20.000-64,-20.000 0.000-448,0.000 0.000-385,0.000 1.000-897,0.000 19.000-2369,-20.000 0.000-8457</inkml:trace>
  <inkml:trace contextRef="#ctx0" brushRef="#br0">19294.000 9418.000 7206,'0.000'-20.000'705,"20.000"20.000"-545,-20.000 0.000 673,0.000 0.000 0,0.000 20.000 384,0.000 1.000-448,0.000 18.000-289,0.000-19.000 1,0.000 20.000-65,0.000 0.000-224,0.000-1.000-32,0.000-18.000 64,0.000-2.000 289,0.000-19.000 160,0.000 0.000 31,0.000 0.000 1,-20.000 0.000-545,20.000 0.000-96,-20.000-19.000-96,1.000-2.000-192,19.000 2.000-96,0.000 19.000-65,0.000-20.000-95,0.000 20.000-353,0.000-20.000-384,0.000 20.000-417,0.000-20.000-191,0.000-1.000-65,19.000 21.000-32,-19.000-19.000-96,20.000-1.000-576</inkml:trace>
  <inkml:trace contextRef="#ctx0" brushRef="#br0">19334.000 9319.000 2306,'0.000'-79.000'2626,"0.000"39.000"97,-20.000 20.000-321,20.000 0.000-865,0.000 20.000-672,-20.000 0.000-705,20.000 0.000-192,-20.000 20.000-32,20.000 0.000 0,0.000 20.000 32,0.000 19.000 32,0.000-19.000-32,-19.000 19.000-64,19.000 1.000 160,0.000-1.000-32,0.000 2.000 0,0.000-1.000-32,0.000-21.000 32,-20.000 1.000 32,20.000 0.000 97,0.000-21.000 255,0.000-19.000 289,0.000 0.000 544,0.000 0.000-577,0.000-19.000-576,20.000-1.000-96,-1.000-20.000-192,21.000 20.000-769,0.000 0.000-896,-1.000 20.000-1,2.000 0.000 513,-1.000 0.000 320,-1.000 20.000 640,1.000 20.000 257,-20.000-20.000 128,-20.000 0.000 0,0.000 19.000 545,-20.000-19.000 928,-20.000-20.000 513,1.000 20.000-288,-22.000-20.000-609,21.000 0.000-769,1.000 0.000-256,-1.000 0.000-384,1.000-20.000-769,39.000 20.000-1762,0.000-20.000-3523</inkml:trace>
  <inkml:trace contextRef="#ctx0" brushRef="#br0">19632.000 9717.000 12748,'-20.000'20.000'736,"20.000"-20.000"-1152,0.000 0.000 288,0.000 0.000 416,20.000 0.000 160,0.000 0.000-159,19.000-20.000-1,-19.000 0.000-160,20.000 0.000-64,-20.000 0.000-32,-20.000 1.000-192,0.000-2.000-449,0.000 2.000-63,0.000 19.000 223,-20.000 0.000 129,0.000 0.000 192,0.000 0.000 128,0.000 19.000 32,1.000 21.000-32,19.000 0.000 0,0.000-20.000 64,0.000 20.000 0,0.000-1.000 0,19.000-19.000-32,1.000 20.000 32,0.000-20.000-32,0.000-20.000 32,-20.000 19.000 65,20.000-19.000 95,-20.000 0.000 0,0.000 0.000 128,19.000-19.000-160,-19.000 19.000-63,0.000-20.000-1,0.000 0.000-96,0.000 0.000-64,0.000 20.000-64,20.000-20.000-161,0.000 0.000-223,21.000 20.000 160,-23.000-19.000 191,2.000 19.000 226,1.000 0.000 351,-1.000 0.000 97,-20.000 19.000 63,0.000 1.000-63,0.000 0.000-257,0.000 0.000-128,0.000 0.000-64,0.000 0.000-96,20.000-1.000-96,-20.000 2.000-224,19.000-2.000-769,-19.000 1.000-1185,0.000-20.000-2755</inkml:trace>
  <inkml:trace contextRef="#ctx0" brushRef="#br0">20168.000 9776.000 12459,'0.000'20.000'833,"-20.000"0.000"-897,20.000 0.000 416,0.000 0.000-63,0.000 19.000-642,0.000-18.000-2433,0.000 18.000-3044</inkml:trace>
  <inkml:trace contextRef="#ctx0" brushRef="#br0">20207.000 9657.000 11851,'-20.000'-19.000'-224,"20.000"19.000"-4709,0.000 0.000 2659,20.000 19.000 1121</inkml:trace>
  <inkml:trace contextRef="#ctx0" brushRef="#br0">20466.000 9776.000 5124,'-20.000'20.000'1410,"0.000"-20.000"-1378,-19.000 20.000 608,19.000 0.000 1026,-20.000 0.000-705,19.000 0.000-353,3.000 20.000-287,18.000-21.000-97,0.000 1.000-32,0.000 0.000-64,39.000 0.000 32,-19.000-20.000 129,20.000 0.000 319,-1.000 0.000-31,-19.000 0.000-65,20.000-20.000-288,-40.000 0.000-31,19.000 20.000-161,-19.000-20.000-225,0.000 1.000-607,0.000 19.000-642,0.000 0.000-191,-19.000 0.000 672,-1.000 19.000 705,0.000 21.000 224,0.000 0.000 192,0.000 19.000 801,20.000-18.000 256,-19.000 18.000-833,19.000-19.000-63,-20.000-1.000 31,20.000-19.000 577,-20.000 0.000 448,20.000 0.000 32,-20.000-20.000-95,-19.000 0.000-386,19.000 0.000-575,-1.000 0.000-289,1.000-20.000-192,0.000 0.000-417,0.000 0.000-352,1.000-19.000-704,19.000-1.000-2947</inkml:trace>
  <inkml:trace contextRef="#ctx0" brushRef="#br0">20703.000 9895.000 4163,'41.000'60.000'4068,"-41.000"-20.000"-4004,-21.000-20.000 32,21.000 20.000 449,-20.000-21.000 256,2.000 1.000 128,-3.000 1.000-65,21.000-21.000 225,-20.000 0.000 129,20.000 0.000-386,0.000-21.000-543,20.000 1.000-161,1.000-19.000-96,-3.000-1.000-96,2.000 20.000-257,21.000-20.000-479,-21.000 21.000 127,19.000 19.000 513,-19.000 0.000 448,0.000 0.000 769,0.000 19.000-160,-20.000 21.000-32,0.000 20.000 32,0.000-21.000-417,-20.000 21.000-448,20.000-20.000 224,-20.000 0.000-640,20.000-1.000-2018,-20.000 1.000-7752</inkml:trace>
  <inkml:trace contextRef="#ctx0" brushRef="#br0">21260.000 8326.000 4131,'0.000'0.000'5349,"0.000"0.000"-3939,0.000-20.000-1,0.000 20.000 257,0.000 0.000-289,0.000 0.000-640,0.000 0.000-609,0.000 0.000 32,0.000 20.000 64,20.000-1.000 64,-20.000 1.000 97,0.000 20.000 159,20.000 0.000 1,-20.000 0.000-65,19.000-1.000-159,1.000 21.000-129,0.000 0.000-96,0.000-1.000-32,19.000 1.000-32,1.000-1.000-96,-20.000-19.000-128,19.000 0.000 0,-19.000-20.000 31,0.000-1.000-95,1.000 2.000-192,-1.000-2.000-385,-20.000-19.000-833,18.000 0.000-1985,-18.000-19.000-7143</inkml:trace>
  <inkml:trace contextRef="#ctx0" brushRef="#br0">21260.000 8803.000 10249,'0.000'0.000'1730,"20.000"0.000"-1218,-20.000 0.000 1026,20.000 0.000-385,-1.000 19.000-480,1.000 1.000-257,0.000 0.000-128,20.000 20.000-64,-1.000-20.000 161,1.000 20.000-97,-1.000-21.000-32,1.000 1.000 129,1.000-20.000 95,-2.000 20.000 1,-19.000-20.000 95,20.000-20.000-31,-1.000 0.000-65,-19.000-20.000-160,-20.000 1.000-63,0.000-1.000-161,0.000 0.000-96,0.000 1.000-64,0.000 19.000-449,-20.000 0.000-448,0.000 0.000-640,20.000 20.000-1891,-19.000 20.000-6181</inkml:trace>
  <inkml:trace contextRef="#ctx0" brushRef="#br0">21657.000 9617.000 13324,'0.000'0.000'1826,"0.000"-19.000"-1506,20.000 19.000 193,0.000 0.000-33,19.000-20.000-224,1.000 20.000-192,-1.000 0.000-64,21.000 0.000-32,-19.000 0.000-224,-23.000 0.000-865,23.000 0.000-1313,-21.000 0.000-1794,0.000 0.000-4036</inkml:trace>
  <inkml:trace contextRef="#ctx0" brushRef="#br0">21796.000 9398.000 9128,'0.000'0.000'1442,"0.000"20.000"-1058,0.000 1.000 609,0.000 18.000 256,0.000-19.000-224,0.000 20.000-577,0.000 20.000-319,0.000-20.000-65,0.000-1.000-64,19.000 1.000-193,-19.000 0.000-607,20.000-1.000-706,0.000-19.000-640,0.000 0.000-929,0.000-20.000-4066</inkml:trace>
  <inkml:trace contextRef="#ctx0" brushRef="#br0">22074.000 9697.000 12459,'-20.000'20.000'-256,"20.000"-20.000"256,0.000 20.000 384,0.000 0.000 33,0.000-1.000-225,20.000 1.000-96,0.000 0.000 96,0.000-20.000 97,-1.000 0.000 223,1.000 20.000-224,20.000-20.000 1,-20.000-20.000-97,-1.000 0.000-32,1.000 20.000-128,-20.000-20.000-96,0.000 1.000-224,20.000 19.000-353,-20.000-20.000-576,0.000 40.000-769,-20.000-1.000 1570,20.000 1.000 416,0.000 20.000-32,0.000 0.000 160,-20.000 0.000 320,20.000-1.000 257,0.000 1.000-129,-19.000 0.000 33,19.000-20.000 192,-20.000 19.000 288,0.000-39.000 160,20.000 21.000 0,-20.000-21.000-288,0.000 0.000-417,-19.000-21.000-447,19.000 21.000-129,0.000-20.000-321,-19.000 1.000-191,19.000-1.000-385,0.000 0.000-545,20.000 0.000-2145,0.000 20.000-7175</inkml:trace>
  <inkml:trace contextRef="#ctx0" brushRef="#br0">22471.000 9836.000 6502,'0.000'-20.000'1409,"0.000"0.000"-1377,0.000 40.000-96,0.000-20.000 1345,0.000 40.000-128,0.000-20.000-384,0.000 39.000 96,0.000-19.000-161,0.000 20.000-159,0.000-21.000-385,0.000 21.000-192,0.000-20.000 64,0.000-21.000 96,0.000 2.000 96,0.000-21.000 545,0.000 0.000 961,0.000-21.000-1186,0.000-18.000-351,0.000 0.000-161,0.000-2.000 64,0.000-18.000-96,0.000 19.000-64,20.000-19.000-545,19.000-1.000-1217,-19.000 20.000 257,20.000 0.000 1473,-20.000 21.000-96,-1.000-1.000-1,1.000 20.000 289,0.000 20.000 385,0.000-1.000 31,-20.000 1.000-31,0.000 0.000 224,-20.000 20.000-289,0.000-20.000-64,-19.000-1.000 161,19.000 2.000-97,0.000-21.000-384,0.000 0.000-224,0.000 19.000-673,1.000-19.000-1537,19.000 0.000-3332</inkml:trace>
  <inkml:trace contextRef="#ctx0" brushRef="#br0">22730.000 9895.000 13837,'18.000'21.000'928,"2.000"-21.000"-1024,0.000-21.000 1506,1.000 21.000-225,-21.000 0.000-833,20.000-19.000-256,-20.000 19.000 32,0.000 0.000 1,0.000-20.000-162,0.000 20.000-63,-20.000 0.000-128,-1.000 0.000 64,1.000 0.000-32,0.000 0.000 96,2.000 0.000 64,-3.000 20.000-32,1.000-1.000 64,20.000 2.000 0,0.000-2.000 32,20.000 1.000 32,19.000 0.000-32,1.000 0.000 0,19.000 0.000-96,-18.000 0.000-160,18.000-20.000-353,-19.000 0.000-736,-20.000 0.000-1794,0.000 0.000-4548</inkml:trace>
  <inkml:trace contextRef="#ctx0" brushRef="#br0">23343.000 9578.000 10025,'0.000'-20.000'3459,"-18.000"40.000"-3331,-2.000 0.000 705,20.000 20.000 1281,-20.000 19.000-993,-1.000-19.000-576,21.000 19.000-289,0.000-19.000-128,0.000 19.000-64,21.000-19.000 32,-21.000 0.000-128,20.000-20.000-384,0.000 0.000-385,-20.000 0.000-1185,0.000-20.000-2498</inkml:trace>
  <inkml:trace contextRef="#ctx0" brushRef="#br0">22033.000 10452.000 11723,'-18.000'-20.000'1665,"-2.000"20.000"-1505,0.000 0.000-192,-21.000 0.000 128,23.000 20.000 385,-23.000 0.000 127,21.000 19.000-63,20.000 1.000-65,-20.000 1.000-95,40.000-2.000-257,0.000 0.000-256,0.000 2.000-545,19.000-2.000-224,2.000-19.000 64,17.000 0.000-63,-17.000-20.000-386,-1.000 0.000-1184,19.000 0.000-1089,-39.000-20.000-1506</inkml:trace>
  <inkml:trace contextRef="#ctx0" brushRef="#br0">22292.000 10631.000 8840,'-60.000'0.000'1697,"41.000"0.000"-928,-1.000 20.000 96,0.000-1.000-449,20.000 2.000-319,-20.000-1.000-65,40.000 19.000-129,-20.000-19.000 1,20.000 0.000 128,19.000 0.000 225,-19.000-20.000 127,20.000 0.000-64,-20.000 0.000-128,-1.000 0.000-63,1.000-20.000 95,-20.000 0.000-96,0.000 20.000-96,0.000-40.000-64,0.000 21.000-577,0.000-1.000-576,0.000-1.000 224,-20.000 21.000 577,20.000 0.000-193,0.000 0.000-159,0.000 0.000 479,0.000 21.000 257,20.000-1.000-64,-20.000-1.000 32,0.000 1.000 32,20.000 0.000 32,1.000 0.000 129,-21.000 0.000 351,20.000-20.000 449,-20.000 0.000 160,0.000 0.000-96,0.000 0.000-448,18.000-20.000-449,-18.000 0.000 0,0.000 20.000-96,0.000-20.000-128,20.000 0.000 0,1.000 1.000-65,-21.000 19.000 161,20.000 0.000-96,-20.000 0.000 96,0.000 0.000 129,20.000 19.000 415,-20.000-19.000-64,0.000 20.000-191,0.000 20.000-193,0.000-20.000-96,0.000 0.000-64,0.000-1.000-769,0.000 21.000-1217,0.000-20.000-993,0.000-20.000-3971</inkml:trace>
  <inkml:trace contextRef="#ctx0" brushRef="#br0">22669.000 10750.000 11434,'-20.000'0.000'737,"20.000"0.000"-833,-20.000 20.000 640,20.000 0.000 129,-19.000 0.000-673,19.000 0.000-96,0.000-1.000 0,0.000 21.000-64,0.000-20.000-641,0.000 0.000-256,19.000 0.000 416,1.000 0.000 289,0.000-20.000 96,20.000 0.000 160,-19.000 0.000 96,-3.000 0.000 128,22.000-20.000 352,-19.000 0.000 97,-1.000 20.000 224,-2.000-40.000-257,-18.000 20.000-576,0.000 0.000-512,0.000 1.000 576,-18.000-1.000 32,-2.000 20.000-128,-21.000 0.000 64,21.000 20.000 0,2.000-20.000-225,-3.000 19.000-1184,21.000 1.000 608,0.000 0.000 193,0.000 0.000 127,21.000 20.000 353,-3.000-20.000 224,2.000-1.000 353,21.000 2.000-193,-21.000-21.000-224,19.000 19.000 352,1.000-19.000 545,-20.000 0.000-224,-1.000 0.000-321,1.000 0.000 257,0.000-19.000 31,0.000 19.000 482,0.000-21.000 31,19.000 2.000-353,1.000 19.000-223,-20.000 0.000 96,19.000 0.000-161,-19.000 0.000-352,21.000 0.000-160,-3.000 0.000-160,-17.000 0.000-640,-1.000 0.000-1987,0.000 0.000-7719</inkml:trace>
  <inkml:trace contextRef="#ctx0" brushRef="#br0">22392.000 8365.000 1217,'-21.000'-20.000'8135,"21.000"20.000"-6533,0.000-19.000-289,0.000 19.000 257,0.000 0.000-193,0.000 0.000-704,0.000 19.000-257,21.000-19.000 289,17.000 20.000-289,3.000 20.000-128,18.000-20.000 65,-19.000 19.000-129,39.000 2.000-128,-19.000-2.000-64,40.000 1.000 32,-21.000-1.000-96,0.000 1.000-32,0.000-19.000-224,-19.000-2.000-193,-1.000 1.000-95,-19.000 0.000-65,-19.000-20.000-192,-21.000 0.000-640,0.000 0.000-609,0.000-20.000-1185,0.000 20.000-2723</inkml:trace>
  <inkml:trace contextRef="#ctx0" brushRef="#br0">23086.000 8564.000 7302,'40.000'0.000'129,"-21.000"0.000"1344,21.000 20.000 1314,1.000 0.000-866,-3.000-1.000-479,3.000 2.000-225,-21.000-2.000 32,-2.000 2.000-352,3.000-2.000-577,-21.000 21.000-288,20.000-20.000 32,-20.000 20.000 32,0.000-21.000 33,-20.000 1.000-65,-19.000 0.000 32,-1.000 0.000-32,-19.000 0.000-96,18.000-20.000-513,1.000 0.000-1248,21.000 20.000-3396</inkml:trace>
  <inkml:trace contextRef="#ctx0" brushRef="#br0">23742.000 8386.000 6950,'-20.000'0.000'2883,"20.000"0.000"-2082,0.000 0.000-1,0.000 0.000 738,20.000 0.000-225,-20.000 0.000-384,39.000 19.000-321,-19.000 1.000-223,20.000 0.000-161,19.000-1.000-160,-19.000 22.000-64,19.000-2.000 32,0.000 1.000 0,-19.000-20.000 0,19.000 20.000-64,-18.000 0.000-64,-1.000-21.000-160,-1.000 1.000-225,-19.000 0.000-191,0.000 0.000-545,0.000 0.000-769,-1.000-20.000-993,-19.000 0.000-2306</inkml:trace>
  <inkml:trace contextRef="#ctx0" brushRef="#br0">24297.000 8623.000 7238,'0.000'-19.000'4389,"20.000"19.000"-4389,-20.000 0.000 320,20.000 0.000 737,-1.000 0.000 128,1.000 19.000-224,0.000 2.000-256,20.000-2.000-65,-1.000 2.000-95,2.000 18.000-193,-21.000 1.000-64,18.000-20.000-160,3.000 19.000-64,-21.000 1.000 0,-20.000-20.000 33,20.000 0.000 255,-20.000 0.000 160,-20.000-20.000-31,0.000 19.000-33,0.000-19.000-191,-19.000 0.000-161,-22.000 0.000-64,23.000 0.000-64,-3.000 0.000-481,1.000 0.000-640,1.000 21.000-1153,19.000-21.000-3428</inkml:trace>
  <inkml:trace contextRef="#ctx0" brushRef="#br0">19691.000 8067.000 8456,'0.000'0.000'1377,"0.000"0.000"-705,0.000 0.000 514,0.000 0.000 191,20.000 0.000-769,20.000 0.000-415,-1.000 0.000-97,22.000 0.000-128,-3.000 0.000-865,3.000 0.000-4837</inkml:trace>
  <inkml:trace contextRef="#ctx0" brushRef="#br0">21140.000 8067.000 160,'-38.000'20.000'11563,"18.000"-20.000"-11627,-1.000 0.000 128,21.000 0.000 256,21.000 0.000 673,-21.000 0.000-417,38.000 0.000-480,3.000 20.000-576,-1.000-20.000-1378,-1.000 0.000-4163</inkml:trace>
  <inkml:trace contextRef="#ctx0" brushRef="#br0">22193.000 8127.000 8359,'0.000'0.000'833,"0.000"0.000"128,20.000 0.000 929,-1.000 0.000-929,1.000 0.000-865,20.000 0.000-256,19.000 20.000-1250,2.000-20.000-2145</inkml:trace>
  <inkml:trace contextRef="#ctx0" brushRef="#br0">23285.000 8286.000 13548,'40.000'0.000'160,"-22.000"0.000"193,3.000 0.000 1473,-1.000 0.000-609,20.000 0.000-769,-1.000 0.000-384,21.000 0.000-512,-21.000 20.000-2627,1.000-20.000-10666</inkml:trace>
  <inkml:trace contextRef="#ctx0" brushRef="#br0">2242.000 8564.000 1153,'-20.000'20.000'6181,"20.000"-20.000"-5092,0.000-20.000-832,20.000 20.000 287,20.000-20.000 65,-1.000 0.000-33,40.000 1.000-255,2.000-22.000-97,-2.000 2.000 0,40.000 0.000 96,-20.000-21.000 193,0.000 0.000-97,21.000 1.000-320,-2.000-1.000-32,1.000 20.000-32,-20.000-20.000-32,-20.000 21.000-352,-18.000-1.000-1121,-2.000 20.000-33,-39.000 0.000-448,0.000 20.000-2177</inkml:trace>
  <inkml:trace contextRef="#ctx0" brushRef="#br0">3353.000 7928.000 2530,'-40.000'0.000'737,"21.000"20.000"-353,19.000-20.000-64,19.000 0.000 994,1.000 0.000 127,41.000 0.000-448,-2.000-20.000-449,0.000 0.000 65,21.000 0.000 288,-1.000 0.000 288,0.000 1.000-96,0.000 19.000-448,-18.000-20.000-513,-2.000 20.000-256,-39.000 20.000-257,0.000-1.000 129,-40.000 1.000 64,0.000 20.000 64,-19.000 0.000 64,-22.000 20.000-1,3.000-21.000-735,17.000 21.000-2147</inkml:trace>
  <inkml:trace contextRef="#ctx0" brushRef="#br0">6192.000 10711.000 1985,'0.000'-20.000'1442,"0.000"20.000"-1,0.000 0.000 673,0.000 0.000-128,0.000 0.000-320,0.000-21.000-193,0.000 21.000-320,0.000 0.000-128,0.000 0.000-64,0.000-19.000 0,0.000 19.000-289,-20.000 0.000-159,20.000 0.000-97,0.000-20.000-223,-20.000 20.000-65,20.000 0.000-128,-19.000 0.000-32,-1.000 0.000-32,0.000 0.000 32,0.000 20.000 0,0.000-20.000-1,1.000 19.000 33,-21.000 2.000-96,19.000-1.000 0,-17.000 19.000 160,18.000-19.000-160,-1.000 20.000 64,1.000-1.000-32,20.000 1.000 32,0.000 0.000 32,0.000 0.000-32,20.000 0.000 64,1.000 20.000-64,-1.000-41.000 0,-2.000 21.000 64,23.000-20.000-64,-1.000 0.000 64,19.000 0.000-64,-19.000-20.000 128,-1.000 0.000-32,21.000-20.000 96,-21.000 0.000-31,22.000-20.000-65,-23.000 1.000 64,3.000-2.000-64,-41.000 1.000 0,20.000-19.000 128,-40.000 19.000 0,0.000-19.000 96,-1.000 19.000 193,-38.000 0.000 127,19.000 1.000-191,1.000-2.000-353,-1.000 22.000 0,0.000 19.000-224,1.000-20.000-641,19.000 20.000-864,0.000 0.000-2179,20.000 0.000-10121</inkml:trace>
  <inkml:trace contextRef="#ctx0" brushRef="#br0">7880.000 10750.000 7366,'-20.000'-20.000'3107,"0.000"20.000"-2338,0.000-19.000 352,0.000 19.000-384,0.000-20.000 256,1.000 20.000 0,-1.000 0.000-545,0.000-21.000-256,0.000 21.000-96,-1.000 0.000-96,3.000 21.000 0,-23.000-1.000-64,21.000-1.000 32,0.000 1.000-32,-19.000 20.000 0,19.000 0.000 0,0.000-1.000 64,0.000 1.000 0,20.000 0.000 64,0.000-1.000 0,20.000 1.000 0,20.000 1.000 32,-19.000-2.000-31,37.000-19.000 159,-17.000 0.000 192,18.000-20.000 33,0.000 0.000-1,1.000 0.000-32,-1.000-20.000-127,-19.000-20.000-33,1.000 21.000 0,-23.000-22.000 32,2.000 1.000 97,-20.000 1.000-1,-20.000-1.000-96,2.000 0.000-63,-23.000 1.000-65,-18.000 19.000-160,19.000-20.000 32,-20.000 40.000-128,21.000-20.000-257,-1.000 20.000-351,40.000 0.000-610,-21.000 0.000-832,42.000 0.000-2818</inkml:trace>
  <inkml:trace contextRef="#ctx0" brushRef="#br0">9249.000 10730.000 10762,'0.000'-19.000'1633,"0.000"-1.000"-864,0.000 20.000 832,-20.000-21.000-736,-19.000 21.000-224,19.000 0.000-385,0.000 0.000 32,-20.000 0.000-127,21.000 0.000-161,-21.000 41.000 0,20.000-22.000 0,0.000 21.000-32,1.000 0.000 0,19.000-1.000-1,0.000 21.000-31,0.000-20.000 64,39.000 20.000-32,1.000-21.000-32,-1.000-18.000-64,21.000 18.000 128,-1.000-19.000 64,20.000-20.000 32,-18.000 0.000 193,-2.000-20.000 95,-19.000 0.000-64,0.000 1.000 193,-1.000-22.000-225,-19.000 1.000 193,-20.000 1.000-65,-20.000-1.000-224,0.000 0.000-96,-19.000-19.000-32,-1.000 19.000 160,-19.000 0.000 129,-22.000 1.000-193,22.000 18.000-32,-20.000 2.000-128,19.000-1.000-96,21.000 20.000-865,-1.000 0.000-1185,20.000 20.000-3748</inkml:trace>
  <inkml:trace contextRef="#ctx0" brushRef="#br0">12724.000 10730.000 10826,'0.000'-39.000'1313,"0.000"39.000"-64,0.000-21.000 32,-21.000 21.000-544,1.000-19.000-321,0.000 19.000-255,2.000 0.000-65,-3.000 0.000-64,-19.000 0.000 0,20.000 0.000-32,-19.000 19.000-64,-1.000 2.000 32,20.000-1.000-32,1.000 19.000-64,-1.000 1.000 63,0.000 0.000-63,20.000-1.000 96,20.000 21.000-32,19.000-20.000 0,1.000 0.000 0,0.000-1.000 0,39.000 1.000 32,-20.000-20.000 96,2.000-20.000 64,18.000 20.000 385,-20.000-20.000 127,1.000-20.000-223,-1.000-19.000 63,-19.000 18.000 129,-19.000-18.000-161,-3.000-21.000 1,-18.000 20.000-1,0.000-20.000 129,-39.000 21.000-129,-1.000-1.000-288,1.000 0.000-32,-21.000 21.000-224,1.000-1.000 0,-1.000-1.000-480,1.000 21.000-161,18.000 0.000-480,21.000 21.000-673,20.000-1.000-1185,20.000 19.000-3043</inkml:trace>
  <inkml:trace contextRef="#ctx0" brushRef="#br0">13993.000 10830.000 9545,'0.000'-20.000'736,"0.000"0.000"-415,0.000 20.000 1600,0.000-20.000-575,0.000 20.000-482,0.000-20.000-383,-18.000 20.000-1,18.000 0.000 1,0.000 0.000-353,-20.000 0.000-96,-1.000 0.000-64,-19.000 20.000 0,22.000 20.000-32,-3.000-1.000-32,21.000 1.000-32,0.000 0.000 64,0.000 0.000-65,21.000 19.000-63,17.000-18.000 0,3.000-2.000 96,18.000-19.000 128,20.000 0.000 192,-19.000 0.000 193,19.000-20.000-33,-20.000-20.000 128,2.000 0.000 193,-23.000 0.000 128,3.000-19.000 96,-21.000-2.000-192,-20.000-18.000 191,-20.000 19.000-543,-21.000-20.000-33,-18.000 1.000-256,-20.000 19.000 96,0.000-19.000-96,-1.000 39.000-160,1.000-20.000-800,20.000 40.000-578,-2.000-20.000-1152,22.000 20.000-4325</inkml:trace>
  <inkml:trace contextRef="#ctx0" brushRef="#br1">10600.000 10611.000 768,'0.000'-19.000'993,"-20.000"19.000"705,20.000 0.000 512,0.000-21.000 128,0.000 21.000-256,0.000 0.000-416,-21.000 0.000-225,21.000 0.000-224,0.000 0.000-32,0.000 0.000-288,0.000 0.000-320,0.000 0.000-225,21.000 0.000 257,-21.000 21.000-129,40.000-2.000-128,-22.000 1.000-63,23.000 0.000-1,18.000 20.000-256,1.000-20.000 32,-1.000 19.000 0,-19.000 1.000-32,19.000-20.000 0,2.000 19.000-32,-23.000-19.000-192,3.000 0.000-64,-2.000 0.000-1,1.000 0.000 33,-20.000 0.000-192,-20.000-20.000-321,20.000 0.000-352,-20.000 20.000-192,-20.000-20.000-96,20.000 0.000-1314,-20.000-20.000-3010</inkml:trace>
  <inkml:trace contextRef="#ctx0" brushRef="#br1">11135.000 10571.000 12235,'-19.000'0.000'1089,"-1.000"-20.000"-1025,-21.000 40.000 737,3.000-20.000 96,-3.000 40.000 0,1.000 0.000-97,-19.000 20.000-319,0.000-1.000-257,-1.000 1.000-128,21.000-1.000-64,-21.000 1.000 0,21.000-21.000-160,19.000 1.000-480,20.000-20.000-482,0.000 20.000-1440,0.000-40.000-4004</inkml:trace>
  <inkml:trace contextRef="#ctx0" brushRef="#br1">13339.000 10770.000 5252,'-20.000'0.000'6118,"0.000"0.000"-5637,0.000-20.000 1056,20.000 20.000 1,-19.000 0.000-577,19.000 0.000-257,0.000 0.000-31,-20.000 0.000-129,20.000 0.000-95,0.000 0.000-1,0.000 20.000-63,20.000 0.000-129,-1.000 0.000-32,1.000 19.000-160,20.000 1.000-32,-1.000-20.000 96,1.000 20.000-256,1.000-1.000 256,-3.000 1.000-96,3.000-20.000-64,-3.000 20.000-192,3.000-20.000-32,-1.000 0.000-32,-20.000-20.000-33,-20.000 20.000-63,19.000-20.000-481,-19.000 0.000-512,-19.000 0.000-897,19.000 0.000-2051,-20.000-20.000-4707</inkml:trace>
  <inkml:trace contextRef="#ctx0" brushRef="#br1">13596.000 10691.000 12491,'-20.000'0.000'1185,"2.000"-21.000"-1313,-2.000 42.000 224,-1.000-1.000 801,1.000 19.000 0,-18.000 1.000-416,17.000 19.000-161,-19.000 1.000-64,20.000 0.000-160,-19.000 19.000-96,19.000-39.000 32,0.000 0.000-64,0.000 0.000-256,20.000-20.000-449,0.000-1.000-736,0.000-19.000-2883</inkml:trace>
  <inkml:trace contextRef="#ctx0" brushRef="#br1">15224.000 10750.000 10762,'-38.000'-20.000'1761,"-3.000"1.000"-511,21.000 19.000 832,20.000-20.000-1122,-20.000 20.000-255,20.000 0.000-32,0.000 0.000-481,20.000 0.000 224,0.000 39.000 289,0.000-19.000-385,19.000 20.000-31,1.000 19.000-33,1.000-19.000-256,18.000 0.000 64,1.000 0.000 32,-21.000 0.000-64,21.000-1.000-224,-21.000-18.000 0,1.000 18.000-257,-1.000-39.000-191,-19.000 20.000-257,-20.000-20.000-801,0.000 0.000-992,0.000 0.000-802,0.000-20.000-2626</inkml:trace>
  <inkml:trace contextRef="#ctx0" brushRef="#br1">15621.000 10691.000 13580,'-18.000'39.000'993,"-3.000"-19.000"-897,-19.000 20.000 385,1.000 19.000 512,-21.000-19.000-64,1.000 20.000-481,-1.000 0.000-352,1.000 0.000-160,18.000-1.000-512,3.000-19.000-1282,17.000-1.000-2626</inkml:trace>
  <inkml:trace contextRef="#ctx0" brushRef="#br1">16237.000 10730.000 14061,'-39.000'0.000'1153,"19.000"-19.000"-512,20.000 19.000 95,0.000 0.000-191,20.000 19.000-321,-20.000-19.000 224,39.000 40.000-31,1.000-20.000-129,0.000 20.000 64,19.000-1.000 65,0.000 1.000-1,-19.000 0.000-320,19.000-1.000-64,2.000-18.000-64,-22.000-2.000-96,1.000 1.000-192,-20.000 1.000-193,0.000-2.000-480,-1.000-19.000-576,-19.000 0.000-1410,0.000 0.000-2306</inkml:trace>
  <inkml:trace contextRef="#ctx0" brushRef="#br1">16674.000 10750.000 16495,'-59.000'40.000'288,"19.000"-20.000"-256,-1.000 0.000 225,-18.000 19.000 95,19.000 21.000-128,-19.000-20.000-224,19.000 19.000-224,21.000-18.000-417,-1.000-2.000-223,20.000 1.000-898,0.000-20.000-2658</inkml:trace>
  <inkml:trace contextRef="#ctx0" brushRef="#br1">17210.000 10770.000 12043,'-20.000'0.000'3043,"20.000"-20.000"-1698,-20.000 20.000-576,20.000 0.000-65,0.000 20.000-63,20.000-20.000-128,0.000 40.000-33,0.000-20.000-224,-1.000 19.000 129,21.000 1.000-33,1.000 0.000-64,18.000-1.000 33,-19.000 1.000-129,19.000-20.000-128,0.000 20.000 0,-19.000-20.000-64,0.000 0.000 32,-1.000 0.000-256,-19.000 0.000-161,0.000-20.000-415,1.000 0.000-418,-21.000 0.000-479,0.000 0.000-1026,-21.000-20.000-3939</inkml:trace>
  <inkml:trace contextRef="#ctx0" brushRef="#br1">17745.000 10691.000 8584,'0.000'0.000'6374,"-18.000"0.000"-5510,-3.000 0.000-159,-19.000 20.000 608,-19.000-1.000-31,19.000 21.000-418,-19.000 20.000-127,-1.000-1.000-417,1.000 1.000-63,0.000 19.000-289,18.000-19.000-385,21.000 0.000-255,0.000-20.000-353,1.000-1.000-705,19.000 1.000-2242,-20.000-20.000-9479</inkml:trace>
  <inkml:trace contextRef="#ctx0" brushRef="#br3">6113.000 7730.000 4131,'0.000'0.000'3075,"0.000"0.000"-1441,0.000 0.000-1314,0.000 0.000 193,0.000 19.000 287,0.000 1.000-223,0.000 0.000-321,0.000 0.000-192,0.000 0.000-32,0.000 19.000-32,0.000-19.000-256,0.000 20.000-737,0.000 0.000-480,0.000-21.000-865,0.000 22.000-1026</inkml:trace>
  <inkml:trace contextRef="#ctx0" brushRef="#br3">6113.000 8226.000 2434,'0.000'40.000'2274,"0.000"-40.000"-897,0.000 20.000-832,0.000 0.000-321,0.000-20.000-192,0.000 20.000-288,0.000-1.000-3203</inkml:trace>
  <inkml:trace contextRef="#ctx0" brushRef="#br3">6152.000 8763.000 10185,'-19.000'40.000'32,"-1.000"-21.000"-4324</inkml:trace>
  <inkml:trace contextRef="#ctx0" brushRef="#br3">6133.000 9081.000 7014,'-20.000'40.000'1922,"20.000"-21.000"-4260,0.000 1.000-2531</inkml:trace>
  <inkml:trace contextRef="#ctx0" brushRef="#br3">6152.000 9498.000 1601</inkml:trace>
  <inkml:trace contextRef="#ctx0" brushRef="#br3">6192.000 9856.000 13324,'-40.000'20.000'513,"40.000"-1.000"-1410,0.000-19.000-993,-19.000 21.000-2658</inkml:trace>
  <inkml:trace contextRef="#ctx0" brushRef="#br3">6152.000 10015.000 7431,'-19.000'40.000'-1314,"19.000"-21.000"-1408,0.000 1.000 1088,0.000-20.000 833,0.000 21.000 97</inkml:trace>
  <inkml:trace contextRef="#ctx0" brushRef="#br3">5894.000 9975.000 11915,'0.000'-20.000'704,"0.000"20.000"-1024,0.000 0.000 384,0.000 0.000 0,21.000 0.000-64,-21.000 0.000 64,20.000 0.000-32,-2.000 0.000 161,-18.000 20.000 383,0.000 0.000 257,20.000 0.000 0,-20.000 0.000-353,0.000 0.000-160,0.000 19.000-95,21.000 1.000-129,-21.000 0.000-32,0.000 0.000-32,20.000-1.000 0,0.000-19.000-32,-1.000 0.000 64,1.000 0.000 32,0.000 0.000 0,0.000 0.000 128,0.000-20.000 193,-1.000 0.000 31,1.000 0.000-256,-20.000-20.000 97,40.000 0.000-97,-20.000 0.000-32,1.000-20.000-128,17.000 1.000 32,-18.000-1.000-32,21.000 0.000-32,-23.000 0.000-224,3.000 1.000-833,-1.000 19.000-353,-20.000 0.000-2978</inkml:trace>
  <inkml:trace contextRef="#ctx0" brushRef="#br3">7601.000 7670.000 15150,'-38.000'40.000'-128,"38.000"-1.000"-96,0.000 1.000-289,0.000 0.000-96,0.000 19.000-768,0.000-19.000-1762,18.000 19.000-4676</inkml:trace>
  <inkml:trace contextRef="#ctx0" brushRef="#br3">7662.000 8445.000 12171,'0.000'60.000'-288,"0.000"-41.000"-129,0.000-19.000 481,0.000 20.000-192,0.000 0.000-2242,0.000 0.000-5285</inkml:trace>
  <inkml:trace contextRef="#ctx0" brushRef="#br3">7662.000 8941.000 800,'0.000'21.000'3652,"0.000"-2.000"-4773,0.000 1.000-2209</inkml:trace>
  <inkml:trace contextRef="#ctx0" brushRef="#br3">7680.000 9121.000 3651,'0.000'19.000'2178,"-18.000"-19.000"-2050,18.000 0.000-256,0.000 20.000-288,0.000 0.000-1346</inkml:trace>
  <inkml:trace contextRef="#ctx0" brushRef="#br3">7563.000 9439.000 960,'0.000'39.000'801,"0.000"0.000"-96,18.000-18.000 576,-18.000-1.000-32,20.000 0.000-96,-20.000-20.000-1281,20.000 20.000-4228</inkml:trace>
  <inkml:trace contextRef="#ctx0" brushRef="#br3">7601.000 9717.000 8039,'0.000'40.000'-256,"0.000"-21.000"192,0.000-19.000 224,0.000 20.000-192,0.000 0.000-32,0.000-20.000-64,0.000 20.000-577,20.000-20.000-1185,-20.000 20.000-2722</inkml:trace>
  <inkml:trace contextRef="#ctx0" brushRef="#br3">7621.000 9975.000 3331,'0.000'40.000'6534,"0.000"0.000"-4612,-20.000-21.000-673,20.000 1.000 160,0.000 20.000-608,0.000-20.000-737,0.000 0.000-865,0.000-1.000-768,20.000-19.000-1122,-20.000 21.000-1216,0.000-1.000-2275</inkml:trace>
  <inkml:trace contextRef="#ctx0" brushRef="#br3">7443.000 10055.000 14349,'-20.000'0.000'993,"20.000"0.000"-1281,0.000 0.000 288,20.000 0.000 736,0.000 19.000 97,-1.000 1.000-96,1.000 20.000-449,0.000 0.000-192,0.000-21.000 0,19.000 22.000-32,-19.000-22.000-96,0.000 1.000 64,1.000 20.000 0,-1.000-40.000-32,-20.000 20.000 97,18.000-20.000 127,3.000 0.000 320,-21.000-20.000-255,20.000-20.000 63,0.000 20.000 0,0.000-40.000-160,-1.000 21.000-416,1.000-21.000-801,20.000 21.000-448,-20.000-21.000-1346,0.000 20.000-4227</inkml:trace>
  <inkml:trace contextRef="#ctx0" brushRef="#br3">9150.000 7591.000 12267,'0.000'0.000'865,"0.000"0.000"-385,0.000 0.000-448,0.000 0.000-64,0.000 19.000 96,0.000 21.000-32,0.000 20.000-512,0.000 19.000-961,0.000 0.000-1666</inkml:trace>
  <inkml:trace contextRef="#ctx0" brushRef="#br3">9209.000 8425.000 4964,'0.000'39.000'5830,"0.000"-39.000"-6919,0.000 21.000-4260</inkml:trace>
  <inkml:trace contextRef="#ctx0" brushRef="#br3">9229.000 8862.000 12171,'0.000'79.000'897,"0.000"-39.000"-2306,0.000 0.000-1410,20.000-20.000 993,-20.000 20.000-3843</inkml:trace>
  <inkml:trace contextRef="#ctx0" brushRef="#br3">9209.000 9299.000 4452,'0.000'60.000'6758,"0.000"-40.000"-6534,0.000 19.000 193,0.000-18.000 127,0.000-2.000-480,0.000 1.000-384,0.000 0.000-929,0.000-1.000-961,20.000 2.000-385,-20.000-1.000 225</inkml:trace>
  <inkml:trace contextRef="#ctx0" brushRef="#br3">9229.000 9757.000 13324,'0.000'39.000'1730,"-20.000"-19.000"-1538,20.000-20.000 1025,0.000 20.000-64,-19.000 0.000-1025,19.000-20.000-384,0.000 20.000-641,0.000-1.000-256,0.000 2.000-673,0.000-2.000-896,0.000 21.000-1026</inkml:trace>
  <inkml:trace contextRef="#ctx0" brushRef="#br3">9110.000 10074.000 2306,'20.000'0.000'3075,"-20.000"0.000"-929,20.000 20.000-1346,-20.000-20.000-63,20.000 21.000 64,-20.000-2.000-641,20.000 1.000-160,-20.000-20.000-32,0.000 20.000-384,0.000-20.000-1410,0.000 19.000-3972</inkml:trace>
  <inkml:trace contextRef="#ctx0" brushRef="#br3">8932.000 10035.000 16783,'0.000'20.000'-576,"0.000"-1.000"-513,20.000 1.000 1089,0.000 20.000 480,0.000-20.000-31,-1.000 19.000-193,21.000 2.000-192,-20.000-2.000-32,19.000-19.000 0,1.000 20.000 32,-20.000-20.000-160,0.000-1.000 64,19.000-19.000 320,-19.000 0.000 481,0.000-19.000 0,19.000-21.000-257,2.000 0.000-63,-21.000 1.000 127,0.000-2.000-320,-2.000-18.000-224,3.000-1.000-672,-21.000 1.000-1186,20.000-1.000-2626</inkml:trace>
  <inkml:trace contextRef="#ctx0" brushRef="#br3">10600.000 4987.000 13773,'20.000'20.000'1057,"-20.000"0.000"-1025,18.000 0.000 32,-18.000 40.000-64,0.000-1.000-64,0.000 1.000-705,0.000 20.000-2402,0.000-2.000-1986</inkml:trace>
  <inkml:trace contextRef="#ctx0" brushRef="#br3">10600.000 6239.000 64</inkml:trace>
  <inkml:trace contextRef="#ctx0" brushRef="#br3">10500.000 6656.000 9577,'-20.000'61.000'1633,"20.000"-42.000"-1569,20.000 21.000-64,-20.000 0.000-352,21.000-20.000-1986,-21.000 19.000-6086</inkml:trace>
  <inkml:trace contextRef="#ctx0" brushRef="#br3">10559.000 7213.000 9929,'0.000'79.000'1217,"0.000"-59.000"-1281,0.000 0.000 32,0.000 20.000 32,0.000-21.000-96,0.000 1.000-32,0.000 20.000-193,0.000-20.000 289,0.000 19.000 96,0.000 2.000-384,0.000-22.000-1634,0.000 21.000-384,0.000 0.000 160</inkml:trace>
  <inkml:trace contextRef="#ctx0" brushRef="#br3">10559.000 7730.000 1121,'0.000'59.000'3907,"-20.000"-39.000"-768,20.000 0.000-640,0.000 19.000-1090,-18.000-19.000-1025,18.000 20.000-224,0.000-20.000-63,0.000 19.000-162,0.000 2.000-959,0.000-2.000-770,0.000 1.000 545,0.000-20.000-1,0.000 20.000 258,0.000 0.000 191,18.000-1.000-577,-18.000 1.000-736,20.000 0.000 577,-20.000-1.000 1121,21.000-18.000 832,-21.000 18.000 1762,20.000-19.000 32,0.000-1.000-448,-20.000 22.000-865,0.000-22.000-65,18.000 1.000 482,-18.000 0.000-514,0.000 20.000-671,0.000-21.000-33,-18.000 21.000 0,18.000-19.000-160,0.000 18.000-897,0.000-19.000-1698,-20.000 20.000-3779</inkml:trace>
  <inkml:trace contextRef="#ctx0" brushRef="#br3">10559.000 9041.000 12587,'0.000'59.000'2595,"0.000"-38.000"-2243,0.000 18.000-672,0.000-19.000-609,0.000 20.000-1217,21.000-20.000-1409,-21.000 0.000-1442</inkml:trace>
  <inkml:trace contextRef="#ctx0" brushRef="#br3">10600.000 9418.000 9352,'0.000'0.000'1602,"0.000"21.000"-1410,0.000-21.000 385,0.000 19.000-417,0.000 1.000-1153,0.000-20.000-3171</inkml:trace>
  <inkml:trace contextRef="#ctx0" brushRef="#br3">10638.000 9737.000 9480,'0.000'59.000'65,"21.000"-39.000"-97,-21.000 0.000 96,0.000 0.000-64,0.000 0.000-32,20.000-1.000-577,-20.000 21.000 257,0.000-20.000 448,0.000 0.000 416,0.000 0.000 225,0.000 0.000-129,0.000 0.000-800,0.000 0.000-673,0.000-1.000-608,0.000 1.000-32,20.000-20.000-513,-20.000 0.000-1666</inkml:trace>
  <inkml:trace contextRef="#ctx0" brushRef="#br3">10361.000 9697.000 11755,'20.000'40.000'384,"0.000"-1.000"-352,0.000 1.000 0,-1.000 0.000 288,1.000 20.000 257,0.000-21.000-1,21.000 1.000-191,-23.000 20.000 191,2.000-21.000 33,21.000 1.000-129,-21.000 0.000-287,19.000-21.000 95,-19.000 2.000 256,0.000-1.000 289,19.000-20.000 192,1.000-20.000 96,0.000-1.000-320,-1.000-18.000-257,1.000-21.000-608,19.000 21.000 385,-18.000-21.000-385,-3.000 20.000-257,3.000 1.000-447,-21.000 18.000-706,-20.000 2.000-448,0.000 19.000-1793,0.000 0.000-7015</inkml:trace>
  <inkml:trace contextRef="#ctx0" brushRef="#br3">10203.000 12379.000 7046,'-20.000'20.000'897,"-1.000"-20.000"128,1.000 20.000 961,20.000-20.000-513,0.000 0.000-288,0.000 0.000-384,0.000-20.000-224,20.000 20.000-193,-20.000 0.000-192,21.000 0.000-32,-1.000 0.000-160,-2.000 0.000-32,23.000 0.000 32,-1.000 0.000 32,-1.000 0.000-32,21.000 0.000-32,-1.000 0.000 64,2.000 0.000-32,18.000 0.000 0,0.000 20.000 0,0.000-20.000-32,0.000 0.000-32,20.000 0.000 0,0.000 19.000-32,21.000-19.000 64,-1.000 0.000 32,21.000 21.000 0,-2.000-21.000 96,1.000 20.000-96,1.000 0.000-32,-2.000-1.000 64,1.000-19.000 32,-19.000 21.000 64,-1.000-2.000-32,-1.000-19.000 1,1.000 0.000-33,-20.000 0.000 0,1.000 0.000-64,-1.000 0.000 64,-39.000-19.000-64,19.000 19.000 64,-20.000-21.000-32,2.000 21.000-32,-23.000 0.000 0,-17.000 0.000 64,-1.000-19.000 32,0.000 19.000 32,-20.000 0.000-128,0.000 0.000 32,0.000-20.000-64,-20.000 20.000 32,0.000-20.000 0,-1.000 20.000 0,-17.000-40.000 0,-3.000 20.000 32,3.000-19.000 32,17.000 18.000-64,1.000-18.000 64,0.000-21.000-32,20.000 20.000-32,-20.000-19.000 0,20.000 19.000-32,0.000-19.000 32,20.000-1.000-128,-20.000 20.000 224,0.000-19.000-64,20.000-1.000-32,-20.000 1.000-64,20.000 19.000 64,1.000 0.000-128,-21.000 1.000-32,18.000-1.000-32,-18.000 0.000 0,0.000 20.000 95,0.000 1.000 33,0.000-2.000 32,0.000 2.000 0,0.000-2.000-32,-18.000 21.000 0,-3.000 0.000 32,-19.000 0.000-32,1.000 0.000 32,-1.000 0.000 32,-19.000 0.000-32,-21.000 0.000-128,0.000 0.000 32,-19.000 0.000-32,-20.000 0.000 0,-19.000 0.000 63,-2.000 0.000-95,-18.000 0.000 128,-1.000 0.000 64,-20.000 0.000-32,20.000 0.000 32,-20.000 0.000-64,1.000 0.000 0,0.000 0.000 32,18.000-19.000 32,22.000 19.000 0,19.000-21.000 32,-1.000 21.000-32,1.000-19.000 96,20.000 19.000 160,-1.000 0.000 65,21.000 0.000-97,19.000 0.000 32,1.000 0.000-160,39.000 0.000-64,0.000 0.000-64,20.000 19.000-96,0.000 2.000 64,0.000-2.000-32,20.000 21.000-96,-20.000-19.000 32,20.000 18.000 31,-20.000 1.000 65,20.000 19.000 193,-20.000-19.000 95,20.000 39.000-32,-20.000-19.000 0,0.000-1.000 0,0.000 21.000-160,0.000-20.000-64,19.000-21.000-352,-19.000 21.000-545,0.000-1.000-929,0.000-19.000 417,0.000-20.000 896,20.000 0.000-159,-20.000 0.000-4517</inkml:trace>
</inkml:ink>
</file>

<file path=ppt/ink/ink5.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09-23T00:36:17"/>
    </inkml:context>
    <inkml:brush xml:id="br0">
      <inkml:brushProperty name="width" value="0.05292" units="cm"/>
      <inkml:brushProperty name="height" value="0.05292" units="cm"/>
      <inkml:brushProperty name="color" value="#00ff00"/>
    </inkml:brush>
    <inkml:brush xml:id="br1">
      <inkml:brushProperty name="width" value="0.05292" units="cm"/>
      <inkml:brushProperty name="height" value="0.05292" units="cm"/>
      <inkml:brushProperty name="color" value="#0000ff"/>
    </inkml:brush>
    <inkml:brush xml:id="br2">
      <inkml:brushProperty name="width" value="0.05292" units="cm"/>
      <inkml:brushProperty name="height" value="0.05292" units="cm"/>
      <inkml:brushProperty name="color" value="#ff0000"/>
    </inkml:brush>
    <inkml:brush xml:id="br3">
      <inkml:brushProperty name="width" value="0.05292" units="cm"/>
      <inkml:brushProperty name="height" value="0.05292" units="cm"/>
      <inkml:brushProperty name="color" value="#ff00ff"/>
    </inkml:brush>
    <inkml:brush xml:id="br4">
      <inkml:brushProperty name="width" value="0.05292" units="cm"/>
      <inkml:brushProperty name="height" value="0.05292" units="cm"/>
      <inkml:brushProperty name="color" value="#000000"/>
    </inkml:brush>
  </inkml:definitions>
  <inkml:trace contextRef="#ctx0" brushRef="#br0">1388.000 7451.000 5541,'-19.000'0.000'1217,"19.000"0.000"-160,-20.000 0.000-192,20.000 0.000 544,0.000 0.000-96,0.000 0.000-608,0.000 0.000 32,0.000 0.000 224,20.000 0.000-289,-1.000 0.000-127,21.000 0.000-33,0.000 0.000-127,-1.000 0.000-225,21.000 0.000-64,-1.000 0.000 32,20.000 0.000-32,0.000 0.000-96,2.000 0.000 32,-2.000-20.000-641,-20.000 20.000-1024,-19.000 0.000-1634,1.000 0.000-3203</inkml:trace>
  <inkml:trace contextRef="#ctx0" brushRef="#br0">6530.000 11942.000 2210,'-20.000'0.000'961,"0.000"0.000"128,0.000 0.000-289,20.000 0.000-31,-19.000 0.000 192,19.000-19.000 352,-20.000 19.000 64,20.000 0.000 161,0.000 0.000-65,0.000 0.000-640,0.000 0.000-481,20.000 0.000-63,-1.000 0.000 95,21.000 0.000-256,0.000 0.000 32,39.000 0.000 33,0.000 0.000 159,0.000 0.000-96,41.000 0.000-64,19.000 0.000-64,19.000 0.000-64,2.000 0.000-64,18.000 0.000 0,1.000 19.000 0,-1.000-19.000-96,-18.000 0.000 96,-2.000 0.000-128,-19.000 19.000 224,-1.000-19.000-256,-18.000 0.000 160,-21.000 21.000 0,-39.000-21.000-192,-1.000 0.000-417,-39.000 20.000-576,1.000-20.000-897,-21.000 0.000-2018,0.000 0.000-2946</inkml:trace>
  <inkml:trace contextRef="#ctx0" brushRef="#br1">4783.000 7510.000 7879,'0.000'0.000'1601,"0.000"-19.000"-127,0.000 19.000-33,0.000 0.000 129,0.000 0.000-385,-20.000 0.000-609,20.000 0.000-576,-21.000 19.000-192,3.000 1.000-128,-22.000 20.000-321,19.000 0.000-480,1.000 20.000 32,2.000 0.000 288,18.000-1.000 257,0.000 1.000-33,0.000-21.000 417,18.000 21.000 160,2.000-40.000 224,21.000 20.000 385,-3.000-40.000 224,3.000 20.000 256,18.000-40.000-160,-19.000-1.000 0,0.000 2.000 32,19.000-21.000-225,-39.000 0.000-255,1.000 1.000 31,-3.000-1.000 65,-36.000-20.000-33,18.000 41.000-159,-41.000-21.000-353,1.000 20.000-449,1.000-21.000-255,-1.000 22.000-193,1.000 19.000-673,19.000-19.000-2049,0.000-2.000-8232</inkml:trace>
  <inkml:trace contextRef="#ctx0" brushRef="#br1">4724.000 6418.000 9673,'-61.000'0.000'384,"23.000"20.000"-192,18.000 0.000-192,-21.000 0.000-32,21.000 19.000 32,0.000 1.000-32,20.000-20.000 0,0.000 21.000 32,0.000-3.000 64,20.000 2.000 160,20.000-19.000 65,1.000 18.000 351,-3.000-19.000 193,23.000-20.000 192,-22.000 20.000 96,1.000-20.000-64,19.000-20.000-160,-39.000 0.000-32,0.000 0.000-129,0.000 1.000-63,-20.000-21.000-64,-20.000 19.000-257,0.000-17.000-160,-20.000 17.000-96,1.000-19.000-128,19.000 40.000-32,-21.000-20.000-384,23.000 20.000-609,-2.000 0.000-1346,0.000 20.000-3234</inkml:trace>
  <inkml:trace contextRef="#ctx0" brushRef="#br1">6192.000 8167.000 13452,'-20.000'0.000'513,"0.000"0.000"-353,-19.000 19.000-96,19.000 2.000 96,-20.000-2.000-96,1.000 21.000 0,-2.000 20.000-96,21.000 0.000 0,20.000-21.000 32,0.000 21.000 0,0.000-21.000 0,20.000 1.000 0,21.000 0.000 256,-2.000-21.000 1,1.000-19.000 255,19.000 21.000 289,-19.000-42.000-128,21.000 2.000-225,-3.000-21.000-96,-17.000 0.000 33,-23.000 1.000 127,-18.000-21.000-95,0.000 0.000-257,-38.000 21.000-32,-3.000-21.000-673,3.000 20.000-31,-23.000 21.000-449,2.000-2.000-1089,19.000 2.000-2370</inkml:trace>
  <inkml:trace contextRef="#ctx0" brushRef="#br1">6172.000 7292.000 384,'0.000'-20.000'9769,"0.000"1.000"-8231,-20.000-1.000-193,1.000 20.000-288,-1.000 0.000-769,-20.000 0.000-224,20.000 0.000-64,-19.000 20.000-32,-2.000-1.000-32,21.000 1.000 32,2.000 0.000 0,18.000 20.000-64,0.000-20.000 96,0.000 19.000 0,18.000-19.000 64,23.000 0.000 224,-1.000 0.000 257,-1.000-20.000 256,1.000 0.000 95,19.000 0.000-95,-39.000-20.000-64,20.000 20.000-161,-19.000-20.000-31,-3.000 0.000-1,-18.000-19.000-63,0.000 19.000-193,-18.000 0.000-32,-3.000-20.000-127,-19.000 20.000-129,0.000 1.000-97,1.000 19.000-223,-1.000 0.000-865,1.000 0.000-673,19.000 19.000-1633,-21.000 1.000-6118</inkml:trace>
  <inkml:trace contextRef="#ctx0" brushRef="#br1">3710.000 8922.000 16719,'20.000'-20.000'96,"-20.000"20.000"-160,0.000-20.000 0,0.000 20.000-32,0.000-20.000-32,0.000 20.000 224,0.000-20.000-96,-20.000 20.000-128,1.000 20.000-96,19.000 0.000-32,-20.000 0.000 127,20.000 19.000 1,0.000 1.000-352,20.000 0.000-65,19.000-20.000 161,1.000 20.000 224,1.000-21.000 160,18.000-19.000 160,0.000 21.000 288,21.000-21.000 257,-21.000-21.000 64,-19.000 2.000-64,19.000-1.000-33,-39.000 0.000 161,1.000-20.000 96,-21.000 1.000-289,-21.000-1.000-223,-19.000 0.000 127,1.000 20.000-255,-21.000-20.000-321,1.000 21.000-417,19.000 19.000-288,-19.000 0.000-448,18.000 0.000-1089,21.000 19.000-4068</inkml:trace>
  <inkml:trace contextRef="#ctx0" brushRef="#br1">7006.000 9279.000 8488,'-99.000'20.000'2658,"58.000"0.000"-2242,23.000 20.000-448,-22.000-1.000-64,19.000 2.000-96,21.000-2.000-480,21.000 0.000-193,-1.000 2.000 224,39.000-1.000 609,-19.000-21.000 1057,19.000 2.000 577,21.000-21.000-97,-21.000 0.000-256,0.000-21.000-64,-18.000-18.000 0,-1.000 19.000-128,-22.000-21.000-256,-18.000 2.000-256,0.000 0.000-97,-38.000-2.000-416,-3.000 2.000-737,-17.000 19.000-640,17.000 0.000-1441,-18.000 0.000-4389</inkml:trace>
  <inkml:trace contextRef="#ctx0" brushRef="#br1">7919.000 7809.000 12908,'0.000'-20.000'897,"0.000"20.000"-737,0.000 0.000-32,-20.000 0.000-192,-19.000 0.000 0,19.000 20.000-32,-20.000 0.000 96,20.000 19.000 0,20.000 1.000 96,0.000 0.000 32,0.000-1.000-32,40.000 2.000-96,0.000-22.000 64,-1.000 1.000 224,21.000 0.000 641,-1.000-20.000 224,2.000-20.000 64,-2.000 0.000-288,0.000 1.000-128,1.000-22.000-256,-40.000 2.000-97,-20.000-21.000-192,0.000 21.000 65,-40.000-1.000-225,-19.000 0.000-257,-1.000 20.000-127,-19.000 1.000-513,-1.000 19.000-736,1.000 0.000-2018,-1.000 19.000-10282</inkml:trace>
  <inkml:trace contextRef="#ctx0" brushRef="#br1">5418.000 8783.000 11242,'-40.000'0.000'769,"20.000"20.000"-385,0.000-1.000 385,1.000-19.000-192,19.000 40.000-353,-20.000-20.000-128,20.000 0.000-64,20.000 19.000 96,-1.000 1.000 192,21.000-20.000 289,0.000 0.000-33,-1.000 0.000 1,22.000-20.000 224,-23.000 0.000-1,3.000-20.000-127,-1.000 0.000-128,-21.000-19.000 63,1.000-1.000-63,-20.000 0.000-161,0.000-20.000 32,-20.000 1.000-384,1.000 19.000-192,-21.000 1.000-448,20.000-1.000-289,-19.000 19.000-416,-1.000 2.000-1090,-1.000-1.000-3650</inkml:trace>
  <inkml:trace contextRef="#ctx0" brushRef="#br1">5935.000 6260.000 7879,'0.000'-41.000'2242,"0.000"22.000"-1089,0.000 19.000 609,0.000-21.000 64,0.000 2.000-705,0.000-1.000-609,-20.000 20.000-480,-1.000 0.000-128,-19.000 0.000-32,21.000 20.000-32,-21.000-1.000 0,20.000 21.000 96,0.000 1.000-65,20.000 18.000 33,0.000-19.000-160,20.000-1.000 64,0.000 1.000 160,20.000 0.000 64,-1.000-20.000 96,22.000-1.000 256,-23.000-19.000 481,23.000 0.000 96,-22.000-39.000-128,21.000 19.000 64,-41.000-20.000-128,1.000 1.000-289,-20.000-21.000 97,0.000 20.000-225,-39.000 0.000-32,-1.000 1.000-288,-19.000 18.000-128,-2.000 2.000-288,3.000 19.000-513,-3.000 0.000-1249,2.000 19.000-2979</inkml:trace>
  <inkml:trace contextRef="#ctx0" brushRef="#br2">8138.000 4232.000 12908,'20.000'20.000'576,"-20.000"0.000"-127,0.000-1.000 1056,20.000 42.000-224,-20.000-2.000-384,0.000 1.000-448,19.000 19.000-321,-19.000-20.000-32,20.000 21.000 0,0.000-1.000-160,0.000-18.000-224,0.000-2.000-257,-20.000-19.000-288,19.000 0.000-256,-19.000-1.000-769,0.000-19.000-1313,-19.000 0.000-4099</inkml:trace>
  <inkml:trace contextRef="#ctx0" brushRef="#br2">7998.000 4987.000 14381,'-18.000'-19.000'1345,"36.000"-1.000"-928,2.000 0.000 352,41.000-20.000 352,-2.000 20.000-833,40.000-19.000 160,-20.000-1.000-384,20.000 0.000-96,-20.000-1.000-833,-18.000 22.000-3555</inkml:trace>
  <inkml:trace contextRef="#ctx0" brushRef="#br2">9190.000 5107.000 14285,'19.000'19.000'480,"-19.000"2.000"-63,20.000-2.000 992,-20.000 22.000-64,20.000-2.000-448,21.000 0.000-288,-23.000 21.000-289,2.000-21.000-320,21.000 22.000 96,-3.000-22.000-64,-17.000 1.000-224,19.000 0.000-224,0.000-20.000-481,-21.000 19.000-32,-19.000-39.000-801,0.000 20.000-2049,-19.000-20.000-3396</inkml:trace>
  <inkml:trace contextRef="#ctx0" brushRef="#br2">9209.000 5564.000 15726,'-19.000'0.000'1410,"38.000"-20.000"-1378,21.000 20.000 897,19.000-20.000-129,22.000 0.000-479,-2.000 0.000-193,0.000-19.000-128,-19.000 19.000-545,-1.000 20.000-1601,-38.000 0.000-4676</inkml:trace>
  <inkml:trace contextRef="#ctx0" brushRef="#br2">7919.000 6001.000 16591,'20.000'20.000'545,"0.000"-1.000"-289,1.000 1.000 481,-3.000 20.000 192,2.000-20.000-545,21.000 20.000-352,-21.000 0.000-416,19.000 20.000-353,-19.000-21.000-32,20.000 0.000-896,-21.000-18.000-1346,21.000 18.000-2979</inkml:trace>
  <inkml:trace contextRef="#ctx0" brushRef="#br2">7998.000 6299.000 19250,'20.000'-39.000'1121,"21.000"18.000"-1089,-3.000 1.000 96,23.000-20.000 288,18.000 1.000-63,0.000-1.000-353,0.000 20.000-96,-18.000 0.000-1762,-3.000 0.000-1377,-37.000 20.000-7047</inkml:trace>
  <inkml:trace contextRef="#ctx0" brushRef="#br2">6787.000 7789.000 13676,'-20.000'0.000'897,"20.000"0.000"-1313,0.000 20.000 480,0.000 0.000 1025,20.000 19.000 192,1.000 1.000-320,-1.000 20.000-544,0.000-20.000-65,-2.000 19.000-32,23.000-19.000-384,-1.000 0.000-448,-21.000-1.000-770,1.000-18.000-1120,0.000-2.000-1506,0.000 1.000-3683</inkml:trace>
  <inkml:trace contextRef="#ctx0" brushRef="#br2">6767.000 8167.000 16047,'-39.000'-20.000'2498,"39.000"20.000"-1761,0.000 0.000-353,21.000-20.000 769,17.000 0.000-512,41.000-20.000-609,2.000 1.000-160,18.000-21.000-641,1.000 0.000-1697,-1.000 20.000-5318</inkml:trace>
  <inkml:trace contextRef="#ctx0" brushRef="#br2">10341.000 5902.000 10537,'0.000'0.000'1954,"-20.000"19.000"-1153,20.000 1.000 1281,-19.000 20.000-192,19.000 0.000-993,0.000 19.000-225,19.000-19.000-255,1.000 19.000-129,0.000 1.000-96,20.000-20.000-192,-1.000 19.000 64,-19.000-38.000-961,20.000 18.000-448,-19.000-19.000-1217,-21.000 0.000-3300</inkml:trace>
  <inkml:trace contextRef="#ctx0" brushRef="#br2">10142.000 6379.000 17808,'-20.000'0.000'1057,"20.000"-20.000"-768,20.000 20.000 575,21.000-21.000 258,18.000-18.000-898,20.000 19.000-192,1.000-20.000-160,19.000 1.000-97,-19.000-21.000-1344,-22.000 20.000-2435,3.000 0.000-8103</inkml:trace>
  <inkml:trace contextRef="#ctx0" brushRef="#br2">10063.000 4411.000 9961,'20.000'0.000'5669,"-20.000"20.000"-5957,0.000 0.000 640,21.000 39.000 449,-3.000-19.000-128,-18.000 19.000-481,20.000 21.000-128,0.000-20.000-320,21.000-1.000-161,-23.000 1.000 257,23.000 0.000 64,-1.000-20.000-288,-21.000-1.000-833,1.000-19.000-1634,-20.000 0.000-4260</inkml:trace>
  <inkml:trace contextRef="#ctx0" brushRef="#br2">10122.000 4948.000 15022,'-18.000'-20.000'2626,"36.000"0.000"-2113,22.000 20.000 63,19.000-20.000 449,2.000 0.000-384,18.000 1.000-289,20.000-1.000-192,-20.000-1.000-192,2.000 2.000-352,-22.000-2.000-929,-19.000 2.000-1506,-40.000 19.000-4964</inkml:trace>
  <inkml:trace contextRef="#ctx0" brushRef="#br2">6609.000 4868.000 11210,'20.000'-60.000'417,"0.000"60.000"672,-20.000-19.000 672,19.000 19.000-416,1.000 19.000-384,0.000 2.000-192,0.000-1.000-192,19.000 19.000-321,-19.000 1.000-192,21.000 19.000 32,-21.000-19.000-801,19.000 20.000-896,1.000 0.000-2179,-20.000-21.000-5348</inkml:trace>
  <inkml:trace contextRef="#ctx0" brushRef="#br2">6787.000 5266.000 16111,'21.000'-20.000'1793,"-21.000"20.000"-1761,40.000-20.000 193,-1.000 1.000 511,21.000-22.000-287,-1.000 22.000-257,20.000-21.000-96,2.000 20.000-801,-22.000-20.000-1697,20.000 20.000-4452</inkml:trace>
  <inkml:trace contextRef="#ctx0" brushRef="#br2">9567.000 6717.000 13805,'-20.000'-40.000'1537,"20.000"19.000"-896,0.000 21.000-33,0.000 0.000 705,0.000 0.000-352,0.000 0.000-768,0.000 21.000-193,20.000-2.000 352,0.000 21.000 64,0.000 0.000-352,-1.000 0.000 96,21.000-1.000-127,-19.000 1.000-194,17.000 0.000-95,-18.000-20.000-545,1.000 19.000-448,-21.000-19.000-1281,0.000-20.000-3460</inkml:trace>
  <inkml:trace contextRef="#ctx0" brushRef="#br2">9389.000 7054.000 18705,'-40.000'0.000'1121,"40.000"0.000"-608,40.000 0.000 448,-22.000-20.000 32,43.000 0.000-673,18.000-20.000-320,-19.000 21.000-160,20.000-21.000-353,-1.000 0.000-1377,-39.000 20.000-1761,19.000 1.000-11179</inkml:trace>
  <inkml:trace contextRef="#ctx0" brushRef="#br2">10321.000 7491.000 12555,'20.000'-20.000'2499,"0.000"20.000"-1666,-20.000 0.000-1,0.000 0.000 321,20.000 0.000-256,0.000 20.000-512,0.000 19.000-193,-1.000 1.000-160,-19.000 0.000-64,20.000 0.000 64,0.000 0.000-352,0.000 0.000-353,1.000-1.000-64,-21.000 1.000-128,18.000 0.000-544,-18.000-21.000-2338,-18.000 1.000-6920</inkml:trace>
  <inkml:trace contextRef="#ctx0" brushRef="#br2">10282.000 7829.000 8968,'-40.000'-20.000'7687,"19.000"0.000"-6373,21.000 0.000-450,21.000 20.000 321,19.000-39.000-128,19.000 19.000-736,1.000-20.000-321,19.000-1.000-256,0.000 3.000-801,0.000-2.000-737,-18.000-20.000-3811</inkml:trace>
  <inkml:trace contextRef="#ctx0" brushRef="#br2">10521.000 5306.000 64,'0.000'39.000'16687,"0.000"-19.000"-16687,0.000 20.000 128,18.000 0.000 385,23.000-1.000-65,-21.000 21.000-352,18.000-20.000-128,3.000 19.000-416,-1.000-18.000-225,-1.000-22.000-159,1.000 20.000-802,-20.000-19.000-2626</inkml:trace>
  <inkml:trace contextRef="#ctx0" brushRef="#br2">10500.000 5603.000 18289,'0.000'0.000'192,"21.000"-19.000"-256,-3.000-1.000 288,43.000 0.000 96,-23.000-20.000-384,23.000 0.000-32,18.000 1.000-416,-39.000-2.000-833,-1.000 2.000-5446</inkml:trace>
  <inkml:trace contextRef="#ctx0" brushRef="#br2">9170.000 3696.000 224,'0.000'59.000'10185,"0.000"-19.000"-8167,0.000 0.000-320,20.000 0.000 96,-1.000 19.000-705,1.000-19.000-545,0.000-1.000-416,21.000 21.000-96,-23.000-20.000-32,23.000 0.000-448,-1.000-1.000-289,-1.000 1.000-384,-19.000-20.000-1249,0.000 0.000-1602,-20.000-1.000-5091</inkml:trace>
  <inkml:trace contextRef="#ctx0" brushRef="#br2">9130.000 4172.000 15887,'0.000'-19.000'1281,"40.000"-2.000"-1057,-1.000 2.000 481,21.000-1.000-65,20.000-19.000-448,-1.000 18.000-160,20.000 1.000-96,-39.000-19.000-160,19.000 39.000-1153,-38.000-20.000-2979</inkml:trace>
  <inkml:trace contextRef="#ctx0" brushRef="#br2">8794.000 6557.000 11883,'0.000'-20.000'1409,"0.000"20.000"-512,0.000 0.000 961,0.000 0.000-353,0.000 0.000-1024,0.000 20.000-65,18.000 0.000 257,2.000 0.000-65,0.000 20.000-223,1.000 0.000-97,17.000 0.000-256,-17.000-1.000 0,19.000 1.000-128,-20.000-20.000-96,19.000 19.000-449,-19.000-19.000-64,0.000 20.000-127,0.000-40.000-738,-20.000 20.000-2242,0.000 0.000-6437</inkml:trace>
  <inkml:trace contextRef="#ctx0" brushRef="#br2">8753.000 6935.000 16431,'-20.000'-20.000'1025,"20.000"20.000"-929,40.000-20.000 449,-1.000-20.000 544,22.000 1.000-737,-2.000 19.000-352,20.000-20.000 128,1.000 1.000-64,-1.000 18.000-256,-40.000-19.000-961,1.000 40.000-2146,-20.000 0.000-9449</inkml:trace>
  <inkml:trace contextRef="#ctx0" brushRef="#br1">8197.000 9021.000 12940,'-19.000'0.000'512,"19.000"-20.000"-608,-20.000 20.000 256,0.000 0.000 737,0.000 0.000-64,-1.000 20.000-545,3.000 0.000-160,-2.000 0.000 193,0.000 19.000 63,-1.000 1.000-96,21.000 20.000-256,0.000-20.000 64,21.000-1.000-64,-1.000-19.000 129,18.000 0.000 191,23.000 0.000 256,-22.000-20.000 97,21.000-20.000-128,-1.000 0.000-97,-19.000 0.000-288,-1.000-19.000 129,1.000-1.000-65,-40.000 0.000-160,0.000 1.000 96,-20.000-1.000 96,-19.000 0.000-95,-1.000 20.000-193,-19.000-20.000 0,-1.000 21.000-96,21.000 19.000-225,-1.000-21.000-480,-1.000 21.000-544,23.000-19.000-1281,-2.000 19.000-4293</inkml:trace>
  <inkml:trace contextRef="#ctx0" brushRef="#br1">9051.000 5981.000 10281,'-20.000'0.000'449,"0.000"0.000"-577,20.000 0.000 352,-39.000 20.000 448,19.000-20.000-447,0.000 39.000-225,-1.000-19.000 192,21.000 20.000 128,0.000 0.000 193,21.000-1.000-161,-1.000-18.000 64,0.000 18.000 289,39.000-18.000 416,-19.000-21.000-64,19.000 0.000 0,-19.000 0.000-224,19.000-21.000-32,-19.000 1.000 31,-1.000 1.000-383,-19.000-21.000-1,-20.000 0.000-224,-20.000 20.000-95,2.000-20.000 63,-23.000 20.000-192,1.000 1.000-128,-19.000-1.000-65,0.000 0.000-447,19.000 20.000-994,-19.000 0.000-2273</inkml:trace>
  <inkml:trace contextRef="#ctx0" brushRef="#br1">6986.000 7114.000 10986,'-20.000'-21.000'2530,"1.000"2.000"-2305,-1.000-1.000 95,0.000 20.000 577,0.000 0.000-257,-19.000 0.000-640,19.000 0.000-128,0.000 20.000 64,-1.000-1.000 0,1.000 21.000 64,20.000-19.000-32,20.000 18.000 64,1.000 1.000-32,19.000-1.000 96,-1.000-19.000 160,1.000 0.000 225,19.000-20.000 416,1.000 0.000 32,-21.000 0.000-97,22.000-20.000-95,-41.000 0.000-32,18.000 1.000 31,-38.000-21.000-223,0.000 20.000-65,0.000-19.000 1,-38.000-1.000-225,-3.000 0.000 0,1.000 20.000-320,-19.000-20.000-96,19.000 20.000-321,1.000 20.000-736,-1.000 0.000-544,20.000 0.000-1443,-1.000 0.000-6821</inkml:trace>
  <inkml:trace contextRef="#ctx0" brushRef="#br2">7780.000 5246.000 12235,'-19.000'0.000'1153,"-1.000"0.000"-416,20.000 0.000-161,0.000 20.000 610,0.000 20.000 191,0.000-1.000-416,20.000 21.000-385,-1.000-20.000 1,21.000 19.000-65,0.000 1.000-31,-20.000-21.000-97,39.000 1.000-128,-18.000 1.000-95,-3.000-2.000 31,3.000-20.000-288,-21.000 1.000-321,-2.000-20.000-832,3.000 21.000-1089,-1.000-21.000-2210</inkml:trace>
  <inkml:trace contextRef="#ctx0" brushRef="#br2">7662.000 5783.000 8456,'-61.000'20.000'9000,"61.000"-20.000"-8423,0.000-20.000-738,41.000-1.000 514,-3.000-18.000 383,23.000 0.000-479,-2.000-2.000-161,21.000 1.000 0,-1.000 1.000 64,-20.000 19.000-96,2.000-20.000-352,-22.000 20.000-801,-19.000 0.000-1025,-20.000 20.000-2659</inkml:trace>
  <inkml:trace contextRef="#ctx0" brushRef="#br2">6887.000 5126.000 3171,'0.000'0.000'2274,"-21.000"0.000"-865,21.000 0.000 128,0.000 0.000 225,0.000 0.000-481,0.000 0.000-416,0.000 0.000-192,0.000 0.000 160,0.000 0.000 127,0.000 0.000-511,0.000 0.000-225,0.000 21.000-32,0.000-21.000 257,21.000 19.000-33,-21.000-19.000-96,20.000 20.000-63,0.000 20.000-97,19.000-20.000-96,-19.000 0.000-64,0.000 20.000 32,0.000-20.000 0,0.000-1.000 32,0.000 1.000-64,-1.000-20.000-64,-19.000 19.000-160,0.000-19.000-513,0.000 21.000-672,0.000-21.000-1922,0.000 0.000-6279</inkml:trace>
  <inkml:trace contextRef="#ctx0" brushRef="#br3">6530.000 10234.000 5829,'-20.000'19.000'1570,"20.000"1.000"-2019,-20.000-20.000 417,20.000 20.000 192,0.000 0.000 225,0.000 0.000-321,0.000-20.000-160,20.000 0.000 416,0.000 0.000 609,0.000 0.000-129,-20.000 0.000-31,19.000 0.000-32,-19.000-20.000 64,20.000 0.000 31,-20.000 20.000-95,0.000-20.000-128,0.000 0.000-1,-20.000 1.000 65,1.000 19.000-321,19.000 0.000-320,-20.000 0.000-96,20.000 0.000-64,-20.000 0.000 32,20.000 0.000-64,0.000 0.000 32,0.000 0.000 32,0.000 0.000 96,20.000 0.000 0,-20.000 0.000 64,0.000 0.000 0,20.000 0.000 64,-20.000 0.000 0,0.000-20.000-32,19.000 20.000 32,-19.000-21.000 32,0.000 2.000-64,0.000 19.000 33,0.000-20.000 31,0.000 0.000 32,0.000 20.000 0,0.000-19.000-96,0.000-2.000-64,0.000 21.000 32,0.000-20.000 32,0.000 1.000-96,0.000-1.000 0,0.000 20.000-32,20.000-20.000 64,-20.000 20.000 0,0.000-20.000-32,0.000 20.000 64,0.000-20.000 33,0.000 20.000-1,0.000 0.000 256,0.000-20.000 64,0.000 20.000-127,0.000 0.000-706,0.000 0.000 641,-20.000 0.000-320,20.000 20.000-32,0.000 0.000 96,0.000 0.000 64,0.000 0.000-32,0.000 19.000 32,0.000 2.000 160,0.000 18.000-95,0.000-19.000 63,0.000 19.000-32,0.000-19.000-32,20.000 0.000-128,-20.000 0.000 32,0.000-21.000 32,20.000 21.000-64,-20.000-20.000 64,0.000 0.000-160,0.000-1.000 128,20.000 2.000-224,-20.000-21.000-161,0.000 19.000-319,0.000-19.000-321,0.000 0.000-833,0.000-19.000-1954,0.000-2.000-3683</inkml:trace>
  <inkml:trace contextRef="#ctx0" brushRef="#br3">6311.000 10253.000 11787,'-40.000'20.000'1825,"22.000"-20.000"-1056,-3.000 0.000 544,21.000 0.000 257,0.000 0.000-321,0.000 0.000-608,21.000-20.000-705,-3.000 1.000 64,22.000-22.000-129,1.000 2.000 226,-2.000 0.000-129,21.000-21.000-33,-21.000 20.000-63,1.000 0.000 224,-20.000 0.000-224,-1.000 21.000 160,1.000-2.000 32,-20.000 21.000-64,0.000 0.000 64,0.000 0.000 129,0.000 21.000 95,20.000-2.000-64,-20.000 21.000-128,20.000 0.000-64,0.000 0.000-32,-1.000-1.000 0,1.000-18.000-96,20.000 18.000-288,-19.000-19.000-193,-3.000-1.000-320,23.000-19.000-544,-21.000 21.000-2018,-20.000-42.000-5638</inkml:trace>
  <inkml:trace contextRef="#ctx0" brushRef="#br3">2778.000 6537.000 12844,'0.000'0.000'1025,"0.000"0.000"-1121,0.000 0.000 1088,0.000 20.000 642,19.000-20.000-513,21.000 0.000-448,0.000 0.000-385,-1.000 20.000-96,22.000-20.000-96,-2.000 0.000-192,-19.000 0.000-352,19.000 0.000-898,-19.000 0.000-1440,-1.000 0.000-2691</inkml:trace>
  <inkml:trace contextRef="#ctx0" brushRef="#br3">3135.000 6438.000 13100,'-39.000'-20.000'1249,"39.000"20.000"-897,-20.000 0.000-95,20.000 0.000-1,20.000 0.000 513,-1.000 20.000-97,21.000 20.000-351,0.000-20.000 31,-1.000-1.000 256,1.000 21.000-255,-1.000-20.000-353,-19.000 21.000 0,0.000-22.000 64,-20.000 21.000-32,0.000 0.000-192,-20.000-21.000-577,-19.000 21.000-1057,-1.000 0.000-2882</inkml:trace>
  <inkml:trace contextRef="#ctx0" brushRef="#br3">6291.000 6875.000 6149,'0.000'-20.000'2883,"0.000"1.000"-1506,-20.000 19.000 1026,20.000-20.000-1,-18.000 20.000-1217,18.000-20.000-608,-21.000 20.000-417,1.000 0.000-32,0.000 20.000-64,0.000-20.000-64,0.000 20.000-32,20.000-1.000 0,0.000 1.000 32,0.000 0.000 0,20.000 0.000 0,0.000 0.000 0,0.000-20.000 96,21.000 20.000 32,-23.000-20.000 0,22.000-20.000 96,-19.000 20.000 33,-1.000-20.000-1,-20.000 0.000-32,0.000 0.000 64,-20.000 0.000-63,-1.000 1.000-1,1.000-1.000 0,0.000 20.000-32,-19.000 0.000-288,19.000 0.000-96,0.000 0.000 32,0.000 0.000 128,20.000 20.000-128,0.000-20.000-65,0.000 19.000 161,20.000 1.000 32,0.000-20.000 32,0.000 20.000-64,19.000 0.000 96,1.000-20.000 32,-19.000 0.000 0,-1.000 0.000 97,-2.000-20.000 31,3.000 20.000 128,-21.000 0.000-32,-21.000-20.000-224,3.000 0.000 32,-2.000 20.000-128,-1.000-19.000 32,-19.000 19.000-96,22.000-20.000 32,-23.000 20.000-192,21.000 0.000 64,0.000 0.000-32,20.000 0.000 63,-20.000 0.000-31,40.000 20.000 96,-20.000-20.000 32,20.000 19.000 32,20.000-19.000-64,-19.000 20.000 64,17.000-20.000 0,3.000 0.000 192,-21.000 0.000-192,-2.000-20.000 224,-18.000 20.000 0,0.000-19.000 33,0.000-1.000-161,-18.000 20.000-32,-2.000-20.000-32,-21.000 0.000 32,3.000 20.000-192,17.000 0.000-1,-19.000 0.000-63,20.000 0.000 64,0.000 20.000 32,20.000 0.000 64,0.000 0.000 32,0.000-1.000-32,20.000 1.000 128,0.000 0.000 64,20.000 0.000-224,-1.000 0.000 128,-19.000-20.000 32,21.000 20.000 128,-21.000-20.000 96,-2.000 0.000-31,3.000-20.000-33,-1.000 0.000 0,-20.000 0.000-64,0.000 20.000-32,0.000-40.000-64,0.000 21.000-96,-20.000-1.000-96,-19.000 20.000-160,19.000-20.000 96,-21.000 20.000 128,21.000 0.000-192,2.000 0.000 31,-3.000 0.000 161,1.000 20.000-96,20.000 0.000 128,20.000-1.000-32,-20.000 1.000 32,39.000-20.000 64,1.000 20.000 0,1.000 0.000-64,-2.000-20.000 0,-19.000 0.000 224,20.000 0.000-64,-21.000-20.000 129,-19.000 20.000 31,0.000-20.000 32,0.000 0.000-160,-19.000 1.000-160,-21.000-1.000 96,-1.000 20.000-32,-18.000-20.000 0,19.000 20.000-64,1.000 0.000-160,-1.000 20.000 160,20.000-20.000-96,20.000 20.000-288,0.000-1.000-737,20.000 21.000-993,20.000-20.000-5381</inkml:trace>
  <inkml:trace contextRef="#ctx0" brushRef="#br4">4684.000 4510.000 11755,'0.000'0.000'896,"0.000"0.000"-383,0.000 0.000-353,0.000 0.000 128,0.000 0.000-63,20.000 0.000-129,-20.000 20.000-64,20.000-20.000 96,-20.000 0.000 224,18.000 0.000 225,-18.000 0.000 127,0.000 20.000-127,21.000-20.000-97,-21.000 0.000-31,0.000 20.000-193,20.000-20.000-128,0.000 20.000 0,-20.000-20.000-32,20.000 19.000 97,-1.000-19.000-193,-19.000 21.000 32,20.000-21.000 32,0.000 19.000-64,0.000 1.000 32,0.000 0.000-32,-1.000-1.000 0,1.000-19.000 64,0.000 21.000 32,21.000-1.000 32,-23.000-1.000 0,2.000 2.000-64,0.000-2.000-128,1.000 2.000 128,17.000 18.000-64,-17.000-19.000 128,-1.000 0.000-32,20.000 0.000-96,-21.000 20.000 0,21.000-21.000 193,-20.000 1.000-386,19.000 20.000 289,1.000-20.000 1,0.000 0.000-258,-1.000 19.000 354,-19.000-18.000-225,21.000 18.000 64,-3.000-18.000 32,3.000 18.000-32,-1.000 0.000 32,-21.000-18.000 32,21.000 18.000-96,0.000-19.000 32,-1.000 20.000-64,-19.000-20.000 32,20.000 19.000 32,-1.000 1.000 0,2.000-20.000-96,-3.000 20.000 96,3.000-20.000-32,-1.000 19.000 64,-1.000-19.000-96,1.000 21.000 64,-1.000-2.000-32,21.000-20.000 32,-19.000 22.000 32,17.000-2.000-32,-17.000 0.000 32,18.000-18.000-64,-19.000 18.000 0,19.000 1.000 32,-19.000-20.000 0,-1.000 20.000 0,21.000-1.000-64,-21.000-19.000 64,1.000 20.000 0,-1.000 0.000 0,22.000-21.000-64,-23.000 21.000 96,3.000 1.000-128,18.000-2.000 0,-19.000-19.000 128,20.000 20.000-32,-21.000-1.000 0,22.000-19.000-32,-2.000 20.000-32,-19.000 0.000 64,19.000-1.000-32,-19.000-19.000 0,19.000 20.000-32,-19.000 0.000 32,-1.000 0.000 32,1.000-21.000 32,-1.000 21.000 0,1.000 0.000-64,1.000 0.000 32,18.000-20.000 0,-19.000 19.000-64,19.000 1.000 96,-19.000 0.000-64,-1.000-21.000 0,1.000 21.000 33,1.000 0.000-1,-3.000-20.000 160,3.000 20.000-160,-3.000 0.000 96,3.000-21.000-32,-1.000 21.000 0,-1.000-20.000 0,1.000 19.000-64,-1.000 1.000 32,21.000-20.000-64,-21.000 0.000 96,1.000 19.000-96,1.000-19.000 0,-3.000 20.000 0,3.000-20.000 0,-2.000 19.000 0,21.000 2.000 64,-20.000-22.000-32,-1.000 21.000-32,22.000-21.000 0,-23.000 22.000 32,23.000-21.000-32,-22.000 20.000 0,1.000-21.000 0,-1.000 21.000 0,21.000 0.000 32,-21.000-1.000 1,21.000-19.000-1,-21.000 20.000-97,21.000 0.000 98,-1.000 0.000-33,2.000-1.000 0,-22.000 1.000 0,21.000 0.000 0,-1.000 0.000 0,-19.000 0.000 0,19.000 19.000-33,2.000-19.000 66,-23.000-1.000-33,23.000 2.000 32,-2.000 18.000-32,-19.000-19.000 0,19.000-1.000-32,0.000 1.000 96,-19.000 0.000-32,19.000 0.000 0,2.000 19.000-64,-2.000-19.000 96,1.000 0.000-32,-1.000 19.000-32,1.000-19.000 32,-21.000 0.000 64,22.000 0.000 32,-2.000-1.000-32,-19.000 1.000 64,19.000 0.000-64,-19.000 0.000 0,19.000-1.000 32,-19.000 1.000-63,-1.000 0.000-33,21.000-20.000 0,-21.000-1.000-32,-19.000 1.000 0,21.000 0.000-64,-23.000 0.000 128,2.000 0.000-64,1.000-20.000-64,-1.000 20.000-257,-20.000-20.000-832,-20.000 0.000-1057,-21.000 0.000-5157</inkml:trace>
  <inkml:trace contextRef="#ctx0" brushRef="#br3">6391.000 6796.000 5220,'0.000'-20.000'3748,"0.000"20.000"-2275,0.000-20.000 161,0.000 20.000-1,-21.000 0.000-511,21.000-20.000-290,-18.000 20.000-319,-2.000 0.000-257,-1.000 0.000-288,1.000 0.000-64,0.000 0.000-64,-19.000 20.000 64,19.000 20.000-193,0.000-20.000-31,0.000 0.000 64,20.000 19.000 160,0.000-19.000 32,0.000 20.000 0,20.000-20.000 0,0.000-1.000 32,0.000 1.000 0,19.000-20.000 64,-19.000 20.000 64,21.000-20.000 160,-3.000-20.000 160,-17.000 20.000-95,-1.000-20.000 31,0.000 1.000 32,-20.000-21.000-63,0.000 20.000-65,0.000 0.000-32,0.000-19.000-160,-40.000 19.000 0,19.000-20.000 32,-17.000 20.000 32,-3.000 0.000-128,3.000 20.000-128,-23.000 0.000 32,21.000 0.000-192,1.000 0.000 0,19.000 20.000 127,0.000 20.000-31,0.000-20.000 0,20.000 19.000-32,20.000-19.000 32,0.000 20.000-97,20.000 0.000-31,-1.000-21.000 192,1.000 1.000 96,19.000 0.000 160,-19.000-20.000 160,1.000 0.000 225,-2.000 0.000 31,-19.000 0.000 1,0.000-20.000-161,0.000-19.000 129,-20.000 19.000-161,0.000 0.000-160,0.000-20.000-192,-40.000 1.000 96,20.000 19.000-192,-19.000 0.000-160,-2.000 0.000-32,21.000 0.000-33,-18.000 20.000 65,-23.000 0.000-32,41.000 20.000 96,-19.000 20.000 64,19.000-1.000 0,0.000 1.000-1,20.000 0.000 129,20.000-1.000-192,19.000 1.000 64,-19.000-20.000 64,40.000 0.000 96,-21.000 0.000 64,1.000-20.000 160,1.000 0.000 161,-2.000-20.000-97,-19.000 0.000-96,0.000 0.000 65,0.000 0.000-97,-20.000 0.000-192,-20.000-19.000-609,0.000 19.000-960,0.000 0.000-2499,-19.000 20.000-7910</inkml:trace>
  <inkml:trace contextRef="#ctx0" brushRef="#br3">5398.000 7173.000 6021,'20.000'0.000'1217,"-20.000"0.000"-1217,0.000 0.000 225,0.000 0.000 1472,0.000 0.000-608,0.000 0.000-640,0.000 20.000 159,0.000-20.000 225,21.000 0.000-64,-3.000 0.000-385,2.000 0.000-160,21.000 0.000-64,-3.000-20.000-63,3.000 20.000-97,18.000-19.000-225,1.000-2.000-191,-21.000 2.000-97,1.000-2.000 1,0.000 21.000-513,-21.000-19.000-2178</inkml:trace>
  <inkml:trace contextRef="#ctx0" brushRef="#br3">5617.000 6994.000 7783,'0.000'0.000'1185,"0.000"-20.000"-865,0.000 20.000 129,20.000 0.000 1376,-1.000 0.000-543,1.000 0.000-802,20.000 0.000-128,-1.000 0.000 33,1.000 0.000-257,0.000 20.000-128,-21.000-20.000 0,1.000 20.000 0,0.000 0.000 0,1.000 0.000 0,-21.000 19.000 0,-21.000-18.000 64,21.000-2.000-32,-20.000 21.000 64,0.000-20.000 96,1.000 0.000 0,-1.000 20.000-192,0.000-21.000-288,20.000 1.000-2274,-20.000 0.000-6311</inkml:trace>
  <inkml:trace contextRef="#ctx0" brushRef="#br3">9885.000 8962.000 5124,'0.000'0.000'1442,"0.000"0.000"-353,20.000 0.000 608,-20.000 0.000 481,0.000-21.000-512,0.000 21.000-577,0.000 0.000-448,0.000 21.000-257,-20.000-21.000-64,0.000 39.000 97,0.000 1.000-161,-39.000 19.000-160,-2.000 21.000-32,2.000 0.000-32,-20.000-1.000-64,19.000-20.000-224,1.000 1.000 160,-2.000-1.000 32,23.000-18.000-128,18.000-21.000-321,-1.000 0.000-544,21.000-1.000-801,0.000-19.000-1409,0.000 0.000-3491</inkml:trace>
  <inkml:trace contextRef="#ctx0" brushRef="#br3">9369.000 9220.000 12075,'-41.000'20.000'288,"41.000"0.000"-224,-20.000-1.000 32,2.000 21.000 289,-3.000 20.000-353,1.000-21.000-32,20.000 21.000-128,-20.000-21.000 32,20.000 2.000 96,0.000-1.000 32,0.000-21.000 160,20.000 2.000 256,0.000-2.000 97,1.000 1.000-97,38.000-20.000-31,-19.000-20.000-97,19.000 20.000-224,1.000-19.000-288,-1.000-2.000-481,0.000 2.000-480,22.000-1.000-993,-43.000 0.000-3075</inkml:trace>
  <inkml:trace contextRef="#ctx0" brushRef="#br3">5080.000 5166.000 10826,'21.000'20.000'-192,"-21.000"-20.000"192,20.000 0.000 288,-20.000 0.000 833,0.000 0.000-352,0.000 0.000-481,0.000 0.000 320,0.000 21.000 65,-20.000-2.000-224,-21.000 21.000-225,3.000 20.000-160,-3.000-2.000 0,-18.000 22.000-32,-1.000-20.000 0,-19.000 0.000 64,20.000-21.000-32,19.000 22.000-32,-19.000-22.000 0,18.000 0.000-256,1.000-18.000-513,1.000 18.000-800,19.000-19.000-962,0.000-1.000-2722</inkml:trace>
  <inkml:trace contextRef="#ctx0" brushRef="#br3">4505.000 5484.000 13292,'-40.000'20.000'64,"20.000"0.000"-833,-19.000 20.000-63,-1.000 19.000 832,-19.000 2.000 192,-2.000 17.000 160,23.000 2.000 161,17.000-20.000 287,1.000-1.000-127,20.000-19.000-289,0.000-1.000-127,41.000-19.000 159,-3.000 0.000-32,41.000-20.000 1,-18.000 0.000-97,18.000-20.000-96,0.000 20.000-288,2.000-20.000-993,-22.000 1.000-4164</inkml:trace>
  <inkml:trace contextRef="#ctx0" brushRef="#br3">1229.000 6597.000 6470,'21.000'0.000'896,"-21.000"0.000"-191,0.000-20.000-449,0.000 20.000 545,0.000 20.000 256,0.000 1.000-192,0.000 17.000-385,0.000 2.000-31,0.000 0.000 31,-21.000 20.000 1,21.000-1.000-289,-20.000 1.000-32,0.000-1.000 64,0.000 21.000-128,-19.000-1.000-64,19.000-19.000 32,20.000 0.000 33,-20.000-21.000 31,20.000 21.000 0,20.000-40.000 64,0.000 19.000 32,0.000-19.000-64,39.000 0.000-96,2.000-20.000-224,18.000 0.000 96,20.000 0.000-32,20.000 0.000 64,-1.000 0.000-64,22.000 0.000-32,-1.000 0.000 64,19.000 0.000 32,-18.000 0.000-96,-41.000-20.000 0,21.000 20.000-65,-41.000-20.000 97,0.000 20.000 64,-20.000-20.000 96,1.000 1.000 128,-40.000-1.000-95,19.000 0.000-1,-19.000 0.000-128,-20.000 0.000-32,20.000 0.000-65,-20.000-19.000 129,-20.000-1.000 65,0.000 1.000 63,0.000-1.000 288,1.000-20.000 193,-21.000 20.000-289,20.000-19.000-192,0.000-1.000-128,1.000 20.000 32,-21.000-19.000 0,40.000-1.000 0,-20.000 20.000-96,-1.000-19.000 0,21.000 19.000 64,-18.000 0.000 32,-2.000 20.000 32,-21.000 0.000-32,3.000-19.000 64,-23.000 39.000 225,-18.000-20.000-193,-20.000 20.000-64,0.000 0.000-128,20.000 0.000 64,-2.000 0.000 0,-18.000 0.000 0,-19.000 20.000 64,-42.000-20.000-32,22.000 20.000 0,-1.000-20.000-160,39.000 0.000-1474,21.000 19.000-3202</inkml:trace>
  <inkml:trace contextRef="#ctx0" brushRef="#br3">5915.000 10949.000 10345,'0.000'20.000'-576,"20.000"-1.000"448,-20.000 2.000 192,0.000 18.000 32,0.000 21.000 224,0.000 0.000-128,0.000-1.000-32,0.000 1.000-63,0.000-1.000-1,-20.000 1.000 32,20.000-1.000 64,-21.000-19.000 64,21.000 20.000 129,0.000-20.000 95,0.000 0.000-64,0.000-1.000-127,21.000 1.000-97,-1.000-20.000 0,-2.000 19.000 128,23.000-19.000-63,-1.000 20.000-65,19.000-20.000-64,-19.000 0.000-96,39.000-1.000 32,0.000-19.000-64,0.000 21.000-96,21.000-2.000-192,-1.000-19.000-1,20.000 0.000 161,1.000 0.000 128,19.000 0.000 0,-1.000 0.000 0,22.000 0.000 64,-2.000 0.000-64,2.000 0.000 64,-2.000 0.000 32,-19.000-19.000-64,-1.000 19.000 97,2.000 0.000-65,-1.000 0.000-64,-21.000 19.000 0,-19.000-19.000-32,1.000 0.000 0,0.000 0.000 32,-41.000 0.000-32,0.000 0.000 32,2.000 0.000-33,-23.000 0.000 1,-17.000-19.000-32,-1.000 19.000 96,0.000-21.000 32,-20.000 21.000-96,0.000-19.000 97,0.000-1.000 63,0.000-20.000 160,0.000 20.000 224,0.000-19.000-127,0.000-1.000 63,0.000-20.000-160,0.000 21.000-191,20.000-21.000-65,-1.000 21.000-32,-19.000-22.000 64,20.000 2.000 0,0.000-1.000 32,0.000-19.000-64,0.000 19.000-32,-20.000 1.000 0,19.000 19.000-96,1.000 1.000 128,-20.000-2.000 64,0.000 22.000 96,0.000 19.000 128,0.000-21.000-63,0.000 21.000-161,0.000 0.000-64,0.000 0.000-64,0.000 0.000-32,0.000 0.000 0,-20.000 0.000-1,1.000 0.000 1,-1.000 0.000 128,-20.000 0.000-64,-19.000 21.000 0,-2.000-21.000-64,-38.000 0.000-128,0.000 0.000-128,-20.000 19.000 64,-19.000-19.000 31,-2.000 0.000 225,-38.000-19.000 0,-1.000 19.000 0,0.000-21.000 97,-20.000 21.000 31,-18.000-19.000 0,19.000 19.000 160,-21.000-20.000 32,21.000 20.000-127,18.000 0.000-193,2.000 0.000-32,19.000 0.000-193,0.000 20.000-543,39.000-20.000-994,21.000 19.000-1954,0.000-19.000-3426</inkml:trace>
  <inkml:trace contextRef="#ctx0" brushRef="#br3">15066.000 4471.000 480,'0.000'0.000'1666,"-20.000"0.000"-962,20.000 0.000-640,0.000-20.000-192,-20.000 20.000-288,20.000 0.000-994</inkml:trace>
  <inkml:trace contextRef="#ctx0" brushRef="#br3">14769.000 4471.000 5028,'-21.000'0.000'2627,"21.000"0.000"-1923,0.000 0.000 930,0.000 0.000-33,-20.000 0.000-511,20.000 0.000-546,0.000 0.000-224,20.000 0.000-160,-20.000 0.000 33,21.000-20.000 255,-21.000 20.000 1,20.000 0.000-33,18.000 0.000-96,-17.000 0.000-64,19.000-20.000-127,-21.000 20.000-97,21.000 0.000 64,0.000 0.000-160,-1.000 0.000 128,21.000 0.000-64,-21.000-20.000 0,1.000 20.000 32,-1.000 0.000 0,22.000 0.000-32,-21.000 0.000-32,-21.000 0.000-64,1.000 0.000 96,20.000 0.000-64,-20.000 0.000 64,-1.000 0.000-64,21.000 0.000 64,0.000 0.000 32,-1.000 0.000 0,1.000 0.000-96,19.000 0.000 31,20.000 0.000 33,-18.000 0.000-32,18.000 0.000-160,0.000 0.000 32,0.000 0.000 32,2.000 0.000-128,18.000 0.000-97,-20.000 0.000 97,0.000 0.000 160,20.000 0.000 32,1.000 0.000 64,-1.000 0.000 0,-20.000 0.000 0,20.000 0.000 32,20.000 0.000 32,-19.000 0.000-64,-1.000 0.000 0,0.000 0.000 0,0.000 0.000-32,21.000 0.000 0,-21.000 0.000-32,0.000 20.000 0,0.000-20.000 0,1.000 0.000 32,-1.000 0.000 32,20.000 0.000 0,-20.000 0.000 0,1.000 0.000 0,-1.000 0.000 0,20.000 0.000 0,-20.000 0.000 0,21.000 0.000 0,-21.000 0.000 32,20.000 0.000 32,1.000 0.000 128,-2.000 0.000 0,1.000 0.000 65,-20.000 0.000-33,21.000 0.000-128,19.000 0.000 0,-1.000 0.000-32,2.000-20.000 0,-1.000 20.000-32,-1.000 0.000-32,2.000 0.000 32,18.000 0.000 224,-19.000 0.000 129,1.000 0.000-65,-2.000 0.000-64,22.000 0.000-32,-22.000 0.000-63,1.000 0.000-33,-20.000 0.000-128,1.000 0.000 0,-2.000 0.000-160,-19.000 0.000-513,-19.000 0.000-768,-21.000 20.000-1891,-18.000-20.000-6341</inkml:trace>
  <inkml:trace contextRef="#ctx0" brushRef="#br3">14649.000 5842.000 8071,'0.000'0.000'192,"0.000"0.000"-192,0.000 0.000 64,20.000 0.000 193,-20.000 0.000 63,0.000 0.000-256,0.000 0.000-96,0.000 0.000 32,20.000 0.000 0,-20.000 0.000 224,19.000 0.000 385,1.000-20.000 95,0.000 20.000-159,1.000 0.000-1,17.000 0.000-31,-18.000-19.000-289,21.000 19.000-64,-21.000-20.000-96,19.000 20.000-32,1.000 0.000 0,-1.000-21.000 0,1.000 21.000 0,0.000 0.000 33,-1.000 0.000-65,1.000 0.000 32,-1.000 0.000 0,1.000 0.000 128,21.000 0.000-160,-2.000-20.000 0,0.000 20.000 0,1.000 0.000 0,19.000 0.000-32,-20.000-19.000 32,22.000 19.000-64,-2.000 0.000 64,0.000 0.000 0,0.000 0.000 0,0.000 0.000 0,22.000 0.000 64,-22.000-20.000-64,20.000 20.000-96,-20.000 0.000 128,20.000 0.000-32,1.000 0.000 64,-1.000 20.000-128,0.000-20.000 0,21.000 0.000-32,-21.000 0.000 31,20.000 0.000-31,-20.000 0.000 96,1.000 19.000-64,19.000-19.000 128,-20.000 0.000-64,19.000 0.000 0,1.000 0.000 0,1.000 20.000 0,19.000-20.000 0,-19.000 0.000 0,18.000 0.000 0,-19.000 0.000 0,0.000 21.000 0,1.000-21.000 32,18.000 0.000 32,-19.000 0.000-64,21.000 20.000 0,-21.000-20.000 0,19.000 0.000 32,2.000 19.000-32,-1.000-19.000-32,-1.000 0.000-32,2.000 0.000 32,-2.000 0.000 32,1.000 20.000 32,1.000-20.000 0,-2.000 0.000 32,1.000 19.000 33,1.000-19.000-33,18.000 0.000 64,-19.000 0.000-160,19.000 0.000 64,2.000 0.000 0,-2.000 21.000-32,0.000-21.000 0,-18.000 0.000 32,20.000 0.000 64,18.000 0.000 192,-20.000 0.000 97,-18.000 0.000-65,18.000 20.000-160,1.000-20.000-128,20.000 0.000 32,-21.000 0.000-32,1.000 19.000 0,-21.000-19.000 0,-38.000 0.000 0,-20.000 0.000-32,-1.000 0.000 32,0.000 0.000-96,1.000 0.000-416,0.000 0.000-2051,-41.000 20.000-8839</inkml:trace>
  <inkml:trace contextRef="#ctx0" brushRef="#br3">14748.000 7272.000 3683,'-20.000'0.000'2851,"20.000"0.000"-2435,0.000 0.000 641,0.000 0.000 96,0.000 0.000 224,0.000 0.000-320,0.000 0.000-448,0.000 0.000-96,0.000 0.000 63,0.000 0.000-63,0.000 0.000-161,0.000 0.000-224,20.000 0.000-96,-20.000 20.000 32,21.000-20.000 32,-1.000 0.000-64,-2.000 0.000 32,23.000 0.000 32,-21.000 0.000 0,19.000 0.000 33,21.000 0.000 415,-21.000 0.000-448,41.000 0.000-32,-21.000 0.000-32,20.000 0.000-32,2.000 0.000 0,-2.000 0.000 0,20.000 0.000-64,0.000 0.000 0,21.000 0.000 0,-2.000 0.000 64,1.000 0.000 0,0.000 0.000 0,1.000 0.000 0,-1.000 20.000 0,19.000-20.000 32,2.000 0.000-32,-1.000 0.000 0,-1.000 0.000-32,2.000 0.000 32,-1.000 0.000 32,-1.000 20.000-32,-18.000-20.000 32,19.000 0.000 0,-1.000 0.000-32,2.000 20.000 0,18.000-20.000 32,-19.000 0.000-32,19.000 20.000 0,-18.000-20.000 0,18.000 0.000 32,-18.000 0.000 0,19.000 19.000-32,-1.000-19.000 0,1.000 0.000 64,-20.000 0.000 64,21.000 0.000 97,-2.000 0.000-1,20.000 0.000 0,1.000 0.000-32,0.000 0.000-96,0.000 0.000-64,-1.000 0.000 65,0.000 0.000-33,21.000 0.000 0,-19.000 0.000 32,18.000 0.000 64,-20.000 0.000 0,21.000 0.000 0,-1.000 0.000 64,1.000 0.000-95,-1.000-19.000-1,0.000 19.000-96,1.000 0.000-32,-1.000 0.000 64,21.000 0.000 64,-41.000 0.000-64,-18.000 0.000 224,-21.000 0.000-64,-21.000 0.000-31,42.000 0.000-65,-2.000-20.000-192,2.000 20.000-32,-2.000 0.000-129,-19.000 0.000-223,-1.000 0.000-449,-38.000 0.000-1281,-20.000 0.000-4356</inkml:trace>
</inkml:ink>
</file>

<file path=ppt/ink/ink6.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09-23T00:40:03"/>
    </inkml:context>
    <inkml:brush xml:id="br0">
      <inkml:brushProperty name="width" value="0.05292" units="cm"/>
      <inkml:brushProperty name="height" value="0.05292" units="cm"/>
      <inkml:brushProperty name="color" value="#0000ff"/>
    </inkml:brush>
    <inkml:brush xml:id="br1">
      <inkml:brushProperty name="width" value="0.05292" units="cm"/>
      <inkml:brushProperty name="height" value="0.05292" units="cm"/>
      <inkml:brushProperty name="color" value="#ff00ff"/>
    </inkml:brush>
  </inkml:definitions>
  <inkml:trace contextRef="#ctx0" brushRef="#br0">11849.000 3596.000 3683,'-18.000'0.000'1121,"18.000"0.000"-865,0.000 0.000 1250,0.000 0.000 800,0.000 0.000-641,0.000 0.000-736,0.000 0.000-128,18.000 0.000 64,-18.000 0.000-32,20.000 0.000-289,-20.000-19.000-223,21.000 19.000-97,-1.000 0.000-32,18.000 0.000 64,-17.000 0.000-96,19.000 0.000-32,0.000 0.000-31,19.000 0.000-65,0.000 0.000 0,2.000 0.000-32,-3.000 0.000 32,22.000 0.000-32,-20.000 19.000-32,-1.000-19.000 0,20.000 0.000-193,-19.000 0.000-63,19.000 20.000-160,1.000-20.000-1,0.000 0.000 129,-1.000 0.000 160,20.000 0.000 0,1.000 20.000 160,-1.000-20.000 0,0.000 0.000 0,-20.000 0.000 32,20.000 19.000-32,-20.000-19.000 0,21.000 0.000 32,-20.000 0.000 0,20.000 21.000-64,-21.000-21.000-32,20.000 0.000-32,0.000 0.000 96,-20.000 0.000 0,20.000 0.000-65,1.000 0.000 33,-1.000 0.000 32,-20.000 0.000 0,20.000 0.000 0,-18.000 0.000 0,18.000 0.000 0,-20.000 0.000 161,20.000 0.000 95,-20.000 0.000-32,20.000 20.000-64,-19.000-20.000 32,0.000 0.000-31,-1.000 0.000-33,0.000 0.000-32,0.000 0.000 32,0.000 0.000 32,-18.000 0.000 0,-2.000 0.000-64,-19.000 0.000-96,-20.000 0.000-32,-1.000 0.000-512,-19.000 0.000-1346,0.000-20.000-3811</inkml:trace>
  <inkml:trace contextRef="#ctx0" brushRef="#br0">22193.000 5126.000 5060,'-20.000'0.000'1506,"20.000"-19.000"287,0.000 19.000 321,0.000 0.000-288,0.000 0.000-641,0.000 0.000-800,20.000-20.000-65,-20.000 20.000 32,20.000 0.000-95,19.000 0.000-97,-19.000 0.000 0,39.000 0.000-96,2.000 0.000-32,-3.000-20.000-32,22.000 20.000 32,0.000 0.000-32,19.000 0.000 64,39.000 0.000-64,-18.000 0.000 0,19.000 0.000 32,-40.000 0.000-32,1.000 20.000-192,-41.000-20.000-1250,-19.000 0.000-736,-1.000 0.000-768,-19.000 0.000-4133</inkml:trace>
  <inkml:trace contextRef="#ctx0" brushRef="#br1">1189.000 10810.000 8840,'-20.000'20.000'1185,"20.000"-20.000"-1025,0.000 0.000 353,0.000 0.000 2049,0.000 0.000-1057,0.000 0.000-1216,0.000 0.000-1,0.000 0.000 417,0.000 0.000-97,20.000 0.000-287,0.000 0.000-33,0.000 0.000-64,1.000 0.000-96,17.000 0.000-32,23.000 0.000 128,-2.000 0.000-159,1.000 0.000 159,19.000-20.000-224,0.000 20.000-64,0.000-20.000 192,0.000 20.000-128,-18.000 0.000 0,-2.000-20.000-32,1.000 20.000-96,-21.000 0.000-193,-19.000-20.000 65,0.000 20.000 0,-20.000 0.000 32,0.000 0.000-257,0.000 0.000-1024,0.000 0.000-1282,0.000 0.000-640,0.000-20.000-2915</inkml:trace>
  <inkml:trace contextRef="#ctx0" brushRef="#br1">1944.000 10571.000 5829,'-20.000'-20.000'1217,"0.000"20.000"-192,20.000 0.000 1185,-20.000 0.000 32,20.000 0.000-1089,0.000 20.000-704,-19.000-20.000-65,19.000 0.000 353,19.000 0.000 0,-19.000 0.000-225,20.000 21.000-320,0.000-21.000-96,20.000 19.000 0,-21.000-19.000-63,1.000 20.000-1,20.000-20.000 0,-19.000 20.000 32,17.000-1.000-32,23.000-19.000 0,-23.000 21.000 0,-17.000-21.000-32,-1.000 20.000 0,0.000-20.000-64,0.000 19.000 64,-20.000-19.000 96,0.000 20.000 128,-20.000 0.000 64,0.000 0.000 129,-21.000 0.000-193,3.000 0.000-160,18.000 19.000-96,-21.000-19.000-192,23.000 0.000-641,-2.000 0.000-2338,-21.000 20.000-9481</inkml:trace>
  <inkml:trace contextRef="#ctx0" brushRef="#br1">515.000 3815.000 8423,'-59.000'20.000'641,"39.000"-1.000"-385,-1.000-19.000 961,21.000 21.000 1026,-20.000-21.000-546,20.000 0.000-704,0.000 0.000-320,0.000 0.000-33,0.000 0.000 33,0.000 0.000-96,0.000 0.000-225,0.000 0.000-64,20.000-21.000 129,-20.000 21.000-385,41.000-19.000 96,-23.000-1.000-32,23.000-20.000-192,-1.000 0.000 96,19.000 1.000 64,-19.000-2.000-128,-1.000 22.000 64,1.000-21.000-32,-1.000 0.000 128,-19.000 20.000-192,21.000 1.000-193,-21.000-21.000-415,-2.000 20.000-545,2.000 0.000-417,1.000 0.000-736,-21.000 20.000-1538,0.000-19.000-2402</inkml:trace>
  <inkml:trace contextRef="#ctx0" brushRef="#br1">792.000 3378.000 3971,'-20.000'0.000'128,"20.000"0.000"129,0.000-20.000 1216,20.000 20.000 353,0.000-20.000-321,1.000 0.000-95,17.000 20.000-33,3.000-20.000 0,-21.000 0.000-256,19.000 1.000-224,1.000-1.000-577,-20.000 20.000-288,19.000-20.000-96,-19.000 20.000 96,0.000 0.000 64,0.000 20.000 129,-20.000 0.000 95,0.000-1.000-224,0.000 21.000 0,0.000 0.000-96,-20.000 0.000-384,20.000 19.000-1026,-20.000-19.000-2465,0.000 19.000-6439</inkml:trace>
  <inkml:trace contextRef="#ctx0" brushRef="#br1">8972.000 1987.000 5765,'0.000'-40.000'5317,"0.000"40.000"-5221,0.000 0.000 1410,0.000 0.000 31,0.000 0.000-1089,20.000 0.000-63,-20.000 0.000 95,19.000 20.000 33,1.000 20.000-65,0.000 19.000 65,-20.000 21.000-289,0.000-21.000-96,0.000 1.000-128,0.000-1.000-256,20.000-19.000-513,0.000-19.000-608,-1.000-2.000-1154,21.000-19.000-1248,-20.000 0.000-4868</inkml:trace>
  <inkml:trace contextRef="#ctx0" brushRef="#br1">9389.000 2126.000 14445,'-20.000'20.000'320,"20.000"-20.000"-704,-20.000 20.000 416,-1.000 19.000 417,21.000 1.000-321,0.000 1.000-96,0.000 18.000-96,21.000-19.000 64,-1.000-21.000 96,18.000 1.000 64,3.000 0.000 128,19.000-20.000 129,-21.000 0.000 31,21.000-20.000-32,-21.000 0.000 65,2.000 1.000-161,-21.000-21.000 32,-20.000 0.000 65,0.000 0.000-1,-20.000 0.000-63,-21.000 0.000 287,2.000 1.000-448,-1.000 19.000-160,0.000 20.000 32,1.000 0.000-256,19.000 0.000 96,0.000 0.000-897,20.000 20.000-736,0.000-20.000-578,20.000 20.000-864,0.000-20.000-1665</inkml:trace>
  <inkml:trace contextRef="#ctx0" brushRef="#br1">10023.000 2126.000 12844,'0.000'20.000'1441,"0.000"-20.000"-1441,0.000 0.000 1057,0.000 20.000 384,-19.000-1.000-1088,-1.000 1.000-385,0.000 0.000 32,20.000 20.000-32,0.000-19.000-64,0.000 17.000 32,20.000-17.000 128,19.000-2.000-225,1.000 2.000 129,1.000-21.000 32,-3.000 0.000 193,3.000 0.000-1,-3.000-21.000 128,3.000 21.000 96,-21.000-19.000-95,0.000-2.000-33,-20.000-17.000 32,0.000-3.000-127,-20.000 1.000 31,0.000 1.000 224,0.000-1.000-256,-19.000 20.000-96,-2.000 0.000-192,1.000 0.000 32,22.000 20.000-128,-3.000 0.000-769,1.000 0.000-416,20.000 20.000-865,0.000 0.000-1570,20.000-20.000-1665</inkml:trace>
  <inkml:trace contextRef="#ctx0" brushRef="#br1">10500.000 2126.000 11146,'21.000'0.000'4100,"-21.000"0.000"-3972,-21.000 0.000 801,21.000 0.000-545,-20.000 0.000-672,20.000 0.000 32,-20.000 40.000 192,20.000-1.000 32,0.000 1.000-32,20.000 1.000 64,0.000-3.000-64,19.000-17.000 32,-19.000-21.000 96,21.000 19.000 256,-3.000-19.000 160,3.000 0.000 193,-1.000-19.000-32,-1.000-2.000 159,-19.000-17.000-127,-20.000 17.000-225,0.000-19.000 161,0.000 0.000-225,-20.000 1.000-352,0.000-1.000 0,-19.000 0.000-224,-1.000 21.000-96,19.000-1.000-192,-17.000 20.000-161,18.000 0.000-672,20.000 0.000-833,0.000 20.000-1794,20.000-1.000-1569</inkml:trace>
  <inkml:trace contextRef="#ctx0" brushRef="#br1">11235.000 2166.000 17360,'19.000'0.000'737,"-19.000"0.000"-705,0.000-20.000 640,-19.000 20.000-544,-1.000-20.000-192,-20.000 20.000-192,20.000-20.000 32,-19.000 20.000 160,19.000 20.000-32,20.000-20.000-193,0.000 20.000 193,20.000 19.000-32,19.000-19.000 32,1.000 0.000 96,0.000 0.000-64,-1.000 0.000 32,1.000 1.000 32,-19.000-2.000-64,17.000 0.000 64,-38.000 2.000 0,0.000-21.000 96,0.000 19.000 256,-20.000-19.000 65,-19.000 21.000-257,-1.000-21.000 160,1.000 0.000-224,-1.000 19.000-800,0.000-19.000-1250,1.000 0.000-3267</inkml:trace>
  <inkml:trace contextRef="#ctx0" brushRef="#br1">10956.000 1868.000 9577,'0.000'0.000'32,"0.000"0.000"1281,0.000 0.000 1089,0.000 0.000-1313,0.000 19.000-865,0.000-19.000-192,0.000 21.000-768,0.000 18.000-1474,-20.000-19.000-2531</inkml:trace>
  <inkml:trace contextRef="#ctx0" brushRef="#br1">9249.000 2782.000 2690,'-20.000'0.000'5990,"20.000"0.000"-5093,0.000 0.000 160,0.000 0.000-161,20.000 0.000-319,0.000 0.000-289,19.000 0.000-64,22.000 0.000-63,18.000 0.000 255,20.000-20.000 0,20.000 20.000-255,1.000-20.000-1,38.000-1.000 0,20.000 2.000-96,2.000 19.000 0,18.000-20.000-64,-19.000 0.000 64,-1.000 1.000-32,-18.000 19.000 0,-2.000-21.000 0,-19.000 21.000-32,-19.000 0.000-64,-41.000 0.000-641,0.000-20.000-1921,-39.000 20.000-4805</inkml:trace>
  <inkml:trace contextRef="#ctx0" brushRef="#br1">336.000 5345.000 7975,'-20.000'0.000'641,"0.000"20.000"-609,0.000-20.000 1025,20.000 0.000 1185,0.000 0.000-545,0.000 0.000-447,0.000 0.000-257,-20.000 0.000-97,20.000 0.000-159,0.000 0.000-288,0.000 0.000-193,0.000 0.000-256,20.000-20.000 0,0.000 20.000 0,0.000-19.000-64,39.000-1.000 96,-19.000-20.000-64,19.000 0.000 96,2.000 0.000-64,-2.000 20.000 96,20.000-20.000-96,-19.000 1.000 32,-1.000-1.000 0,-18.000 20.000-96,-21.000-20.000 64,18.000 40.000-288,-17.000-19.000-289,-21.000-1.000 385,20.000 20.000-577,-20.000-20.000-672,0.000 20.000-929,0.000-20.000-1346,0.000 20.000-3299</inkml:trace>
  <inkml:trace contextRef="#ctx0" brushRef="#br1">753.000 4849.000 8936,'-20.000'0.000'1634,"20.000"0.000"-1218,0.000-20.000-96,0.000 20.000 929,20.000 0.000-128,-1.000-21.000-416,1.000 21.000-96,21.000-19.000 127,-3.000-2.000 129,3.000 21.000-288,-1.000-19.000-417,-1.000 19.000-128,-19.000 0.000-32,20.000 0.000 32,-21.000 19.000 64,-19.000 2.000 32,0.000-2.000 64,0.000 22.000-96,-19.000 18.000-128,-1.000-19.000-704,0.000 19.000-1955,0.000-19.000-4612</inkml:trace>
  <inkml:trace contextRef="#ctx0" brushRef="#br0">16595.000 5326.000 6566,'0.000'0.000'1153,"0.000"0.000"801,0.000-20.000 352,0.000 20.000-737,0.000 0.000-640,0.000-21.000-288,0.000 21.000-33,0.000 0.000-127,-20.000 0.000-321,20.000 0.000-224,-20.000 0.000-64,-1.000 21.000 0,3.000-21.000 0,-2.000 39.000 64,-1.000-19.000 31,1.000 20.000 1,20.000-20.000-32,0.000 19.000 32,0.000-19.000 32,0.000 20.000 32,41.000-20.000 0,-3.000 0.000 32,3.000 0.000 1,18.000-20.000 31,-19.000 0.000 64,19.000 0.000 0,1.000-20.000 32,-1.000 0.000 32,-18.000 0.000 97,-1.000 0.000-1,-22.000-20.000-64,-18.000 1.000 225,0.000-2.000 95,0.000 2.000-159,-38.000 0.000-193,-3.000 18.000-192,-18.000 2.000-96,19.000-1.000-353,-19.000 20.000-800,-1.000 20.000-993,21.000-1.000-2755</inkml:trace>
  <inkml:trace contextRef="#ctx0" brushRef="#br0">17330.000 5504.000 6726,'0.000'0.000'2178,"0.000"0.000"-1025,0.000 0.000 1441,0.000 0.000-191,0.000 0.000-866,0.000 0.000-672,0.000 0.000-352,0.000 0.000-1,18.000 0.000-160,2.000 0.000 1,1.000 0.000-65,-1.000 0.000-32,19.000 0.000-192,1.000 20.000 128,19.000-20.000-31,-19.000 0.000-65,0.000 0.000 0,19.000-20.000-64,-39.000 20.000-32,19.000 0.000-385,-19.000-20.000-575,-20.000 20.000-1122,0.000-20.000-2723</inkml:trace>
  <inkml:trace contextRef="#ctx0" brushRef="#br0">18381.000 5384.000 1825,'0.000'61.000'128,"0.000"-22.000"513,0.000-19.000 704,0.000 20.000 33,0.000-20.000 63,-20.000 0.000-128,20.000-1.000 257,0.000-19.000 576,0.000 0.000-417,-19.000 0.000-1056,19.000-19.000-225,0.000-1.000-127,0.000-20.000-225,0.000 20.000-128,0.000-20.000-128,19.000 21.000 31,1.000-21.000-63,20.000 19.000-64,-20.000 2.000 0,19.000 19.000 160,-19.000 0.000 64,0.000 0.000 64,1.000 19.000 96,-21.000 22.000-96,18.000-21.000-32,-18.000 19.000-128,20.000-19.000-161,-20.000 20.000-383,0.000-20.000-161,20.000 0.000-384,-20.000-1.000-673,0.000 1.000-1729</inkml:trace>
  <inkml:trace contextRef="#ctx0" brushRef="#br0">18739.000 5484.000 10762,'0.000'20.000'160,"0.000"-20.000"-256,0.000 20.000 256,0.000 0.000 32,0.000 0.000-128,20.000 0.000-64,-1.000-1.000-96,1.000 1.000 160,0.000-20.000 96,0.000 20.000 321,0.000-20.000 95,-1.000 0.000 257,1.000 0.000 96,-20.000-20.000-96,20.000 0.000-33,-20.000 1.000-127,0.000-1.000-224,-20.000 0.000-1,20.000 0.000-384,-20.000 0.000-224,1.000 20.000-609,-1.000-20.000-672,0.000 20.000-353,0.000 0.000-608,0.000 0.000-2531</inkml:trace>
  <inkml:trace contextRef="#ctx0" brushRef="#br0">18976.000 5464.000 11723,'40.000'20.000'224,"1.000"-20.000"929,-23.000 0.000 1377,23.000 0.000-1248,-21.000-20.000-738,0.000 20.000-480,-1.000 0.000-160,1.000 0.000-416,-20.000-19.000-834,20.000 19.000-1729,-20.000-20.000-3939</inkml:trace>
  <inkml:trace contextRef="#ctx0" brushRef="#br0">19075.000 5266.000 12299,'21.000'60.000'417,"-21.000"-21.000"159,20.000 21.000 673,-20.000-21.000-704,20.000 1.000-417,0.000 0.000-128,-20.000-20.000-288,19.000 19.000-1186,1.000-19.000-3106</inkml:trace>
  <inkml:trace contextRef="#ctx0" brushRef="#br0">19771.000 5107.000 7623,'0.000'19.000'480,"0.000"2.000"97,19.000 18.000 416,-19.000 21.000-193,20.000 20.000-543,0.000-1.000-65,-20.000-20.000-64,21.000 1.000-32,-1.000 0.000 0,-20.000-21.000 385,0.000-19.000 159,0.000 0.000-63,0.000-20.000-1,0.000 0.000 481,0.000-20.000-736,0.000 0.000-97,0.000-19.000 0,18.000-1.000-128,-18.000 0.000 0,20.000 20.000-160,1.000 0.000-32,-1.000 20.000 64,0.000 0.000 192,-1.000 0.000 64,-19.000 20.000-63,20.000 20.000-129,0.000-20.000-32,-20.000 20.000-481,20.000-1.000-736,0.000-19.000-1345,-1.000 0.000-1378</inkml:trace>
  <inkml:trace contextRef="#ctx0" brushRef="#br0">20327.000 5504.000 10057,'-21.000'0.000'3427,"3.000"0.000"-3971,-2.000 0.000 512,-1.000 20.000 224,1.000 0.000-128,0.000 20.000-128,0.000-1.000-192,20.000-19.000-225,0.000 0.000 161,20.000 1.000-129,0.000-2.000-255,0.000-19.000 768,1.000 0.000 128,17.000 0.000-96,-17.000-19.000 192,-1.000 19.000-191,0.000-41.000 63,-20.000 21.000 256,0.000 0.000-224,0.000-19.000-128,0.000 19.000 513,-20.000 0.000 320,20.000 20.000-353,0.000 0.000-384,-20.000 0.000 33,20.000 20.000-65,0.000 0.000 128,0.000 19.000-64,20.000-19.000-96,0.000 20.000-416,0.000-19.000-769,19.000-2.000-897,1.000 1.000-993,-1.000-20.000-256,1.000 0.000-1025</inkml:trace>
  <inkml:trace contextRef="#ctx0" brushRef="#br0">20585.000 5524.000 4003,'-40.000'20.000'6086,"20.000"-20.000"-5830,0.000 20.000 1186,20.000 19.000-33,0.000-19.000-768,0.000 20.000-289,20.000-19.000-160,20.000-2.000-64,-1.000 1.000 96,1.000-20.000-192,1.000 19.000-256,-3.000-19.000-1153,3.000 0.000-2563,-3.000-19.000-4740</inkml:trace>
  <inkml:trace contextRef="#ctx0" brushRef="#br0">20784.000 5186.000 864,'0.000'0.000'14286,"0.000"21.000"-15407,0.000-2.000 993,0.000 21.000 320,18.000 20.000 256,-18.000-21.000 161,21.000 21.000-1,-21.000-1.000 97,20.000 21.000-160,0.000-21.000-385,0.000 2.000-224,-20.000-3.000-289,19.000-17.000 33,1.000-21.000-289,0.000-1.000-960,-20.000-19.000-2563,20.000 0.000-3972</inkml:trace>
  <inkml:trace contextRef="#ctx0" brushRef="#br0">21082.000 5504.000 7110,'-61.000'40.000'6695,"22.000"-20.000"-6727,19.000 0.000 960,-20.000-1.000 898,20.000 1.000-1345,20.000 0.000-417,0.000 21.000 0,20.000-22.000-96,0.000 1.000-481,20.000-20.000-1120,-1.000 19.000-2019,1.000-19.000-3651</inkml:trace>
  <inkml:trace contextRef="#ctx0" brushRef="#br0">21161.000 5603.000 15566,'-21.000'20.000'64,"21.000"-20.000"-352,0.000 20.000 1057,21.000-20.000-193,-1.000 0.000-512,19.000 0.000-128,-19.000 0.000 96,20.000 0.000-32,-1.000-20.000-256,-19.000 20.000-577,0.000-20.000 1,0.000 1.000 447,-20.000 19.000-992,-20.000-20.000 256,0.000 20.000 833,0.000-20.000 288,-19.000 20.000 96,19.000 20.000 64,0.000-20.000-96,0.000 20.000 224,20.000-1.000 385,0.000 1.000-609,0.000 20.000-96,20.000-19.000 96,0.000-2.000-160,20.000 1.000 256,-21.000-1.000-96,21.000-19.000-96,0.000 0.000 128,-21.000 0.000 0,1.000 0.000 0,-20.000 0.000 64,0.000 0.000-64,0.000 0.000-32,0.000 0.000-160,0.000 0.000 0,0.000 0.000-128,0.000 0.000 160,0.000 0.000 96,20.000 20.000 224,-20.000-20.000 321,20.000 0.000 128,1.000-20.000-129,-3.000 1.000 33,2.000-1.000 127,0.000-20.000-223,1.000 0.000-257,-1.000 1.000-32,-2.000-21.000-128,3.000 0.000-192,-21.000 1.000-320,-21.000-1.000 128,3.000 21.000-129,-2.000-1.000-127,-21.000 20.000 223,21.000 20.000 225,-19.000 0.000-96,19.000 39.000 288,0.000 21.000 96,0.000 0.000 65,20.000 19.000 159,0.000 1.000 0,20.000-21.000-31,20.000 2.000-161,-1.000-3.000-128,1.000-17.000-64,1.000-2.000-32,-2.000-19.000 0,-19.000-1.000 0,0.000-19.000-128,0.000 21.000-1217,-20.000-21.000-4261</inkml:trace>
  <inkml:trace contextRef="#ctx0" brushRef="#br0">16813.000 6021.000 928,'0.000'0.000'2627,"0.000"0.000"-1058,0.000 0.000 770,0.000 0.000-386,0.000-20.000-575,0.000 20.000-33,0.000 0.000 160,0.000 0.000-191,0.000 0.000-289,0.000 0.000-257,19.000 0.000-255,-19.000 20.000-129,0.000-20.000 129,0.000 39.000-1,0.000 1.000-224,0.000 0.000 129,0.000-1.000-257,0.000 1.000-96,0.000 20.000 64,0.000-20.000-64,0.000-21.000-32,0.000 22.000-32,0.000-22.000-96,20.000 1.000-96,-20.000-20.000-288,0.000 20.000-449,0.000-20.000-288,20.000 0.000-545,-20.000 0.000-1089,21.000-20.000-1857</inkml:trace>
  <inkml:trace contextRef="#ctx0" brushRef="#br0">17389.000 6299.000 13292,'-21.000'0.000'384,"21.000"0.000"1090,0.000 0.000 992,21.000 0.000-1281,-21.000 0.000-544,40.000 0.000 0,-21.000 0.000 31,21.000 0.000-127,0.000 0.000-289,19.000 0.000-96,-19.000 0.000-192,-1.000 0.000-64,1.000 0.000-288,-19.000 0.000-449,-3.000 0.000-512,2.000 0.000-641,-20.000-20.000-1089,-20.000 20.000-5958</inkml:trace>
  <inkml:trace contextRef="#ctx0" brushRef="#br0">18401.000 6080.000 8199,'0.000'-40.000'64,"20.000"21.000"0,-20.000 19.000 1186,0.000 0.000-418,0.000 19.000 1,20.000 21.000-224,-20.000 0.000-225,0.000 19.000 449,19.000-19.000-737,-19.000 20.000-64,0.000-1.000 64,0.000-18.000-32,0.000-2.000 32,0.000-19.000-32,0.000-20.000 128,0.000 20.000 161,0.000-20.000 704,0.000-20.000-673,0.000 0.000-320,0.000 0.000 0,0.000-19.000-128,20.000 18.000-256,0.000 2.000 64,0.000-1.000 96,19.000 20.000 63,-19.000 0.000 33,0.000 0.000 193,1.000 20.000 31,-1.000-1.000 32,-20.000 2.000-96,20.000-1.000 64,-20.000-1.000-128,0.000 21.000-128,19.000-20.000-288,-19.000 0.000-705,20.000 0.000-1250,0.000-20.000-1184,0.000 19.000-4132</inkml:trace>
  <inkml:trace contextRef="#ctx0" brushRef="#br0">18917.000 6359.000 10409,'0.000'-21.000'1538,"-20.000"2.000"-962,20.000 19.000 1314,-20.000 0.000-577,1.000 0.000-672,19.000 0.000-513,-20.000 19.000 32,0.000 2.000-32,20.000 18.000-128,0.000-19.000 0,0.000 20.000-128,0.000-20.000-128,20.000 0.000-96,0.000-1.000 127,-1.000-19.000 193,21.000 0.000 64,-20.000 0.000 33,1.000-19.000 31,-3.000-1.000 64,-18.000 0.000 0,0.000 0.000 32,0.000 0.000-96,0.000 0.000-96,0.000 1.000 128,0.000-1.000-64,-18.000 20.000-160,18.000 0.000-96,0.000 20.000 96,0.000-20.000 96,0.000 39.000 64,0.000-19.000-32,18.000 0.000 32,22.000 0.000-32,-19.000 0.000-256,17.000-1.000-321,3.000-19.000-319,-21.000 0.000-161,19.000 0.000-609,1.000 0.000-1185,-20.000 0.000-2946</inkml:trace>
  <inkml:trace contextRef="#ctx0" brushRef="#br0">19274.000 6418.000 8456,'-19.000'-20.000'1313,"-1.000"20.000"224,20.000 0.000 833,-20.000 0.000-1056,0.000 0.000-962,20.000 0.000-352,0.000 20.000 0,-20.000 0.000 32,20.000 0.000 128,20.000 0.000-96,-20.000 0.000 0,20.000-1.000-64,0.000 1.000-32,19.000-20.000-64,-19.000 20.000-320,20.000-20.000-289,-20.000-20.000-352,19.000 20.000-416,-19.000-20.000-321,1.000 1.000-352,-21.000-1.000-865,20.000 0.000-1920</inkml:trace>
  <inkml:trace contextRef="#ctx0" brushRef="#br0">19393.000 6140.000 12587,'-20.000'20.000'-128,"1.000"-1.000"160,19.000 21.000 1185,0.000-20.000-95,19.000 20.000-578,-19.000 0.000-192,20.000 0.000 225,-20.000-1.000-129,20.000 1.000-320,-20.000 0.000-63,0.000-20.000-97,21.000 19.000-257,-21.000-19.000-415,20.000 0.000-257,0.000 0.000-449,-20.000-20.000-1120,18.000 0.000-1186</inkml:trace>
  <inkml:trace contextRef="#ctx0" brushRef="#br0">19691.000 6379.000 10153,'0.000'0.000'897,"-19.000"19.000"-705,-1.000-19.000 2082,0.000 20.000-608,0.000-20.000-737,0.000 20.000-353,1.000-20.000 1,19.000 20.000-385,0.000 0.000-32,0.000-20.000-128,0.000 20.000 0,19.000-1.000-32,1.000-19.000-224,0.000 20.000 64,0.000-20.000-32,0.000 0.000-33,-1.000 0.000-95,1.000 0.000-192,0.000 0.000-353,-20.000 0.000-737,20.000 0.000-1729,-20.000 0.000-4644</inkml:trace>
  <inkml:trace contextRef="#ctx0" brushRef="#br0">19851.000 6517.000 3875,'-21.000'0.000'6951,"21.000"0.000"-7047,21.000 0.000 1089,-21.000 0.000 800,20.000 0.000-1216,-2.000-19.000-289,2.000 19.000-32,1.000-20.000 225,-1.000 20.000 191,0.000-20.000-255,-20.000 20.000-129,0.000-20.000-64,0.000 20.000 33,-20.000-20.000-225,20.000 20.000-64,-20.000 0.000-129,-21.000 0.000 65,23.000 20.000 64,-2.000 0.000-64,20.000 0.000 96,-21.000 0.000-32,21.000-1.000 64,0.000 1.000 0,21.000 0.000 96,17.000 0.000-96,-18.000 0.000 64,21.000-20.000-288,18.000 0.000-288,-19.000 0.000-705,-1.000 0.000-1121,1.000 0.000-2051</inkml:trace>
  <inkml:trace contextRef="#ctx0" brushRef="#br0">20306.000 6517.000 7911,'-18.000'0.000'288,"-2.000"0.000"289,-1.000 20.000 2145,1.000-20.000-1184,0.000 20.000-481,20.000 0.000-385,0.000 21.000-287,0.000-22.000-193,0.000 0.000-160,20.000-19.000-64,0.000 21.000 32,1.000-21.000 96,17.000 0.000 32,-17.000-21.000 32,-1.000 2.000 161,20.000 0.000 63,-40.000-2.000 193,19.000-19.000-129,-19.000 0.000-64,20.000 1.000-95,-20.000-1.000-225,-20.000 0.000-32,20.000-20.000-353,0.000 21.000-95,-19.000 0.000-289,-1.000-2.000 545,0.000 22.000 128,20.000 19.000-96,-20.000 0.000-32,-1.000 19.000 224,3.000 1.000 0,18.000 20.000 128,0.000 0.000 129,0.000 0.000 63,18.000 19.000-128,3.000-19.000-32,-1.000 0.000-31,-20.000-1.000-65,20.000-19.000-128,0.000 20.000 96,-1.000-19.000-128,1.000-2.000-128,0.000-19.000-193,-20.000 0.000-351,0.000 0.000-482,0.000 0.000-2145,-20.000-19.000-7399</inkml:trace>
  <inkml:trace contextRef="#ctx0" brushRef="#br0">19434.000 6557.000 6181,'0.000'0.000'289,"0.000"0.000"383,0.000 0.000 1987,0.000 0.000-1378,0.000 0.000-961,0.000 0.000-128,0.000 0.000 161,0.000 0.000 159,0.000-20.000 1,-21.000 20.000 352,21.000 0.000 96,0.000 0.000-353,21.000 0.000-384,-1.000-20.000-128,0.000 1.000-96,-2.000-1.000-96,23.000 0.000-192,-1.000 20.000-769,-21.000-20.000-993,1.000 0.000-2626</inkml:trace>
  <inkml:trace contextRef="#ctx0" brushRef="#br0">14907.000 6100.000 9480,'20.000'0.000'769,"20.000"0.000"-865,-1.000-20.000-96,1.000 0.000 32,19.000-19.000 160,1.000 19.000 0,-1.000-20.000 0,22.000 0.000 128,-22.000 1.000 416,0.000-1.000-31,1.000 1.000-353,-1.000-2.000-160,-19.000 21.000 32,-1.000-19.000 0,-19.000 20.000-64,1.000-2.000 32,-1.000 1.000-96,0.000 0.000-513,-20.000 0.000-544,0.000 1.000-224,0.000 19.000-705,0.000-20.000-1954</inkml:trace>
  <inkml:trace contextRef="#ctx0" brushRef="#br0">15641.000 5544.000 1889,'21.000'0.000'2242,"-21.000"-20.000"-352,20.000 20.000-288,18.000 0.000-353,-17.000-20.000-288,19.000 0.000 96,-1.000 20.000 64,1.000-20.000-128,0.000 20.000-481,-21.000 0.000-544,1.000 0.000-352,0.000 20.000-481,-20.000 0.000-480,0.000 0.000-193,-20.000 0.000 898,0.000 0.000 512,1.000 0.000 128,-21.000 19.000 64,20.000-19.000-64,-19.000 0.000-64,19.000 1.000-1794,0.000-2.000-4867</inkml:trace>
  <inkml:trace contextRef="#ctx0" brushRef="#br0">15404.000 6637.000 11627,'0.000'19.000'864,"0.000"-19.000"-1216,19.000 0.000 352,1.000-19.000 961,0.000 19.000-353,20.000-19.000-511,19.000 19.000-33,0.000-21.000 32,2.000 1.000 256,18.000 0.000-224,0.000 0.000-128,0.000 0.000-64,2.000 1.000-737,-23.000-1.000-896,3.000 0.000 287,-22.000 20.000 289,-19.000-20.000-224,0.000 0.000-3299</inkml:trace>
  <inkml:trace contextRef="#ctx0" brushRef="#br0">15979.000 6398.000 6021,'21.000'0.000'705,"-3.000"0.000"-673,22.000 0.000 384,21.000-19.000 1,-2.000 19.000-97,0.000 0.000 385,1.000 0.000 800,-21.000-20.000 801,21.000 20.000-704,-39.000 20.000-1442,-3.000-20.000-224,-18.000 19.000 32,0.000 1.000 32,-39.000 0.000-192,-1.000 20.000-161,1.000-1.000-159,-1.000 1.000-97,0.000-20.000-2241,1.000 21.000-6726</inkml:trace>
</inkml:ink>
</file>

<file path=ppt/ink/ink7.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09-23T01:06:31"/>
    </inkml:context>
    <inkml:brush xml:id="br0">
      <inkml:brushProperty name="width" value="0.05292" units="cm"/>
      <inkml:brushProperty name="height" value="0.05292" units="cm"/>
      <inkml:brushProperty name="color" value="#ff0000"/>
    </inkml:brush>
  </inkml:definitions>
  <inkml:trace contextRef="#ctx0" brushRef="#br0">15204.000 3755.000 8167,'-18.000'-20.000'353,"18.000"20.000"415,-21.000-20.000-319,21.000 20.000 287,0.000-19.000-255,-20.000 19.000-385,20.000 0.000-96,-20.000-20.000 0,0.000-1.000-32,20.000 21.000 64,-19.000-19.000 128,-1.000-1.000 128,0.000 20.000 129,0.000-20.000-97,0.000 1.000-32,1.000 19.000 33,-1.000-21.000 31,-20.000 1.000-64,20.000 20.000-31,-19.000 0.000-33,-2.000-19.000-96,3.000 19.000-96,-3.000 0.000 32,1.000 19.000-64,1.000-19.000 0,19.000 0.000 0,-39.000 20.000 0,39.000 1.000 0,-20.000-2.000 0,-19.000 1.000-32,19.000 0.000 0,-1.000-1.000 32,3.000 2.000 0,17.000 18.000-32,-19.000 1.000 32,1.000-20.000 0,-1.000 20.000-32,1.000-1.000 32,-1.000 1.000 32,0.000 0.000-32,1.000 20.000-32,-1.000-21.000 64,1.000 21.000-32,19.000-21.000 0,-21.000 21.000 0,3.000-20.000 0,17.000 19.000-32,-19.000 2.000 32,1.000-2.000 0,-1.000 1.000 0,20.000-1.000 0,-19.000 1.000 0,-1.000-1.000 0,-1.000 0.000 0,3.000 1.000 0,18.000 21.000 32,-21.000-22.000-96,21.000 1.000 128,-19.000-1.000 0,19.000 1.000-192,20.000 0.000 64,-20.000 0.000 64,20.000-1.000-32,-20.000 1.000 0,20.000-2.000 0,0.000 3.000 32,0.000-2.000-32,20.000 1.000 0,-20.000-1.000 32,0.000 2.000 32,20.000-22.000-32,-20.000 21.000 32,0.000-1.000-32,20.000 1.000 0,-20.000-1.000 0,21.000-19.000-32,-21.000 19.000 0,18.000 1.000 0,-18.000-1.000 32,20.000 1.000 32,-20.000-20.000-32,20.000 19.000 0,-20.000 1.000 32,21.000 0.000-32,-21.000-1.000 32,0.000 1.000 128,20.000-19.000 0,-20.000 18.000-64,18.000 0.000 0,2.000-19.000-32,-20.000 20.000-32,21.000-21.000-32,-1.000 21.000 0,0.000-21.000-32,0.000 21.000 0,-1.000-20.000 64,21.000 0.000 0,-20.000 0.000-32,0.000 19.000-32,19.000-39.000 128,-19.000 19.000-96,21.000 1.000 96,-3.000 0.000-96,3.000-20.000 96,-3.000 19.000-31,3.000-19.000 31,-1.000 0.000 32,-1.000 20.000-32,1.000-21.000-64,19.000 1.000 32,-19.000 1.000-32,-1.000-21.000 32,22.000 19.000-32,-23.000 2.000 0,23.000-2.000 0,-2.000-19.000-32,1.000 0.000 32,-21.000 19.000-32,21.000-19.000 32,-1.000 0.000-32,2.000 0.000 64,-2.000 0.000-32,0.000 0.000 32,1.000 0.000-32,19.000 0.000 32,-20.000 0.000 0,1.000 0.000 1,19.000-19.000-1,-18.000 19.000 0,18.000-19.000 0,-20.000-2.000 0,20.000 21.000-32,2.000-19.000 32,-2.000-22.000-64,0.000 22.000 96,0.000-1.000-64,20.000-20.000 32,-20.000 0.000-32,2.000 1.000 96,18.000-1.000-32,-20.000 0.000 0,0.000-19.000 32,0.000 19.000-31,2.000-19.000 63,-2.000-21.000-32,0.000 20.000 64,0.000 1.000-128,-19.000-20.000 64,20.000-1.000-32,-22.000 1.000 96,3.000-1.000-192,-2.000 0.000 0,-19.000-19.000 0,19.000 0.000 97,-19.000-1.000-65,-20.000 1.000-32,19.000 0.000 96,-19.000-1.000 0,-20.000-18.000-32,21.000 18.000 256,-21.000 0.000-96,0.000-19.000-63,0.000 19.000-33,0.000 1.000-64,-21.000-20.000 96,1.000 20.000-96,0.000 0.000-64,1.000-1.000-224,-21.000 0.000 512,0.000 1.000-352,-19.000 20.000 64,19.000-1.000 64,-19.000 1.000 64,0.000 0.000-32,-22.000-1.000 0,22.000 20.000 0,-20.000 1.000 32,19.000-1.000 97,-19.000 0.000-225,0.000 1.000 64,0.000-1.000 32,-21.000 21.000-32,20.000-1.000 32,1.000 0.000 0,0.000 0.000-32,0.000 20.000-96,-2.000 0.000-160,22.000 1.000-160,0.000-1.000-161,-1.000 20.000-192,-19.000-21.000 65,38.000 21.000-33,-18.000 0.000-544,0.000 21.000-641,-1.000 18.000-1345,1.000-19.000-8166</inkml:trace>
  <inkml:trace contextRef="#ctx0" brushRef="#br0">10262.000 6994.000 9160,'0.000'0.000'2082,"0.000"0.000"-1025,0.000 0.000-352,-20.000-20.000-161,20.000 20.000 1,-21.000 0.000-97,21.000 0.000 1,-18.000-19.000-97,-23.000 19.000-32,21.000-20.000 97,-18.000 20.000 63,-3.000 0.000-224,1.000-20.000 33,1.000 20.000-33,-21.000 0.000-160,21.000 0.000-32,-21.000 0.000 0,1.000 0.000 0,0.000 20.000 160,-22.000 0.000-127,22.000-1.000-33,-20.000 1.000-32,-2.000 20.000-32,2.000 0.000 0,0.000 0.000-32,0.000 0.000 0,19.000-1.000-33,-19.000 1.000-31,20.000-1.000 96,-2.000 1.000 32,2.000 0.000-64,-20.000 19.000 64,39.000-19.000-32,-19.000 19.000-32,-1.000-18.000 64,21.000 18.000 32,-1.000 1.000-160,-1.000 0.000 96,23.000-1.000-128,-23.000 1.000 160,21.000-1.000-64,0.000 1.000-32,1.000 19.000-32,-1.000-19.000 64,0.000 0.000 0,20.000-1.000 0,-20.000 21.000 64,0.000-21.000-32,1.000 21.000 0,19.000-20.000 32,-20.000 19.000 0,0.000-19.000-32,20.000-1.000 0,-20.000 21.000 32,20.000-21.000 0,0.000 1.000 32,0.000 0.000-32,20.000-1.000 0,0.000 1.000 32,0.000 19.000 32,-1.000-19.000-160,1.000-1.000 32,0.000 1.000-32,0.000-1.000 32,0.000 1.000 32,19.000-1.000 96,-19.000-18.000-64,21.000 18.000-128,-3.000 1.000 160,3.000 0.000-32,18.000-1.000 32,1.000-19.000-128,-1.000 19.000 160,2.000-19.000-96,-3.000 0.000 0,1.000 20.000 0,2.000-21.000 0,18.000 2.000 0,-20.000-2.000-32,21.000 0.000 64,-1.000 2.000-32,1.000-2.000 97,-1.000-19.000-129,1.000 20.000-257,-1.000-20.000 610,0.000 20.000-257,0.000-21.000-32,21.000 1.000 0,-21.000 0.000 0,1.000-20.000 0,-1.000 20.000 0,-20.000 0.000 0,20.000-20.000-64,2.000 19.000 64,-22.000-19.000-32,1.000 0.000 0,19.000 0.000 64,-20.000 0.000-64,2.000 0.000-64,-2.000 0.000 0,0.000-19.000 32,-19.000-1.000 64,19.000 0.000-64,-19.000 0.000 32,19.000 0.000 32,-19.000 1.000-64,19.000-21.000 64,-18.000 0.000-32,-1.000 20.000 0,19.000-20.000 32,-19.000 1.000 32,-1.000-1.000-64,1.000-19.000 0,1.000 18.000 224,-3.000-18.000-288,3.000 19.000 160,-3.000-19.000-160,-17.000-1.000 64,19.000 0.000-32,-20.000 1.000 96,-1.000-1.000-64,1.000 0.000 32,0.000 1.000 64,0.000-1.000-128,-20.000 1.000 160,20.000-1.000-96,-20.000 0.000-64,19.000-19.000 64,-19.000 19.000-32,20.000 1.000-128,0.000-1.000 192,-20.000-20.000 32,0.000 21.000-192,20.000-21.000 128,-20.000 21.000-32,0.000-1.000 0,20.000-19.000 0,-20.000 19.000 96,0.000 0.000-160,-20.000-19.000 128,20.000 20.000-96,0.000-1.000 0,-20.000-20.000 64,0.000 20.000-32,0.000-19.000 32,20.000 19.000-32,-39.000-19.000 64,19.000 19.000-64,0.000 1.000 32,-19.000-1.000 97,-1.000 1.000-1,20.000-1.000-64,-39.000 0.000 32,18.000 1.000-32,3.000-1.000 0,-23.000 0.000 32,2.000 1.000-32,-1.000 19.000 64,1.000 0.000 32,-20.000-19.000-96,-2.000 39.000 33,2.000-20.000-33,-20.000 21.000-64,0.000-2.000-96,-1.000 2.000-97,1.000-2.000-31,0.000 21.000 96,-20.000 0.000-32,19.000 0.000 32,-19.000 0.000-481,20.000 0.000-320,-19.000 21.000-993,19.000-2.000-2914</inkml:trace>
</inkml:ink>
</file>

<file path=ppt/ink/ink8.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2-03-20T00:54:25"/>
    </inkml:context>
    <inkml:brush xml:id="br0">
      <inkml:brushProperty name="width" value="0.05292" units="cm"/>
      <inkml:brushProperty name="height" value="0.05292" units="cm"/>
      <inkml:brushProperty name="color" value="#ff0000"/>
    </inkml:brush>
  </inkml:definitions>
  <inkml:trace contextRef="#ctx0" brushRef="#br0">1288.000 1570.000 3427,'0.000'0.000'1217,"0.000"0.000"-737,-18.000 0.000 1058,18.000 0.000 544,0.000 19.000-513,-20.000-19.000-448,20.000 0.000-160,-21.000 0.000-32,21.000 0.000 32,0.000 0.000-352,0.000 0.000-257,0.000 0.000-192,0.000 0.000-128,0.000 0.000 96,21.000 0.000 128,-21.000 0.000-159,20.000 0.000 31,18.000 0.000-128,-17.000 0.000 32,19.000 0.000 0,19.000 0.000-32,-19.000 0.000 32,19.000 0.000 0,0.000 0.000-32,1.000-19.000 0,20.000 19.000-128,-1.000 0.000-32,0.000 0.000 31,1.000-20.000-95,20.000 20.000-64,-21.000-21.000 96,0.000 21.000-193,0.000 0.000 97,1.000-19.000 32,-1.000 19.000-32,0.000 19.000-65,1.000-19.000-31,-20.000 0.000 128,19.000 0.000 128,-20.000 0.000 96,1.000 0.000-1,-1.000 21.000 66,2.000-21.000-1,-22.000 0.000 192,21.000 20.000 32,-21.000-20.000 0,1.000 0.000-192,-1.000 0.000 0,-19.000 0.000 0,20.000 0.000 0,-20.000-20.000 1,-20.000 20.000-1,19.000 0.000-32,-19.000 0.000 64,20.000 20.000 320,-20.000-20.000 353,0.000 0.000-225,0.000 0.000-383,0.000-20.000-97,0.000 20.000-96,-20.000 0.000-321,20.000 0.000-832,0.000-21.000-1057,-19.000 21.000-3491</inkml:trace>
  <inkml:trace contextRef="#ctx0" brushRef="#br0">3175.000 1331.000 10794,'-20.000'-20.000'480,"0.000"20.000"-608,20.000 0.000 288,0.000 0.000 1250,0.000 0.000-834,0.000 0.000-576,0.000 0.000 545,0.000 0.000 127,20.000 20.000-95,-20.000-20.000-257,40.000 21.000-224,-21.000-2.000-32,1.000 1.000-32,20.000-1.000 0,-20.000 1.000 0,19.000 1.000 32,-19.000-2.000-64,21.000 1.000 32,-23.000 0.000 0,2.000-1.000 33,1.000-19.000-33,-1.000 21.000-32,0.000-1.000 0,-1.000-20.000-32,-19.000 0.000 64,0.000 19.000 128,0.000-19.000-32,0.000 20.000 128,0.000-20.000 192,0.000 20.000 1,-19.000-20.000-161,-1.000 0.000-32,0.000 20.000-95,-1.000 0.000 63,1.000 0.000-96,-18.000-1.000-32,-3.000 1.000-96,-18.000 20.000 32,19.000-20.000-64,1.000 20.000-160,-1.000-21.000-257,20.000 2.000-800,-19.000-2.000-929,19.000 2.000-1986</inkml:trace>
  <inkml:trace contextRef="#ctx0" brushRef="#br0">5874.000 10193.000 4804,'0.000'0.000'448,"0.000"0.000"129,0.000 0.000 1025,0.000-19.000-65,0.000 19.000-448,0.000 0.000-384,-20.000 0.000-33,20.000 0.000-31,-19.000 0.000 0,19.000 0.000-161,-20.000-20.000-64,0.000 20.000-191,0.000 0.000-97,-19.000 0.000 160,19.000 0.000-64,-20.000-20.000 0,20.000 20.000-63,-19.000-19.000 191,-1.000 19.000 192,1.000-21.000-95,-22.000 21.000 31,23.000-20.000-255,-23.000 1.000-65,21.000 19.000-96,-19.000 0.000-32,0.000 0.000-32,19.000 0.000 0,-1.000 0.000 0,3.000 0.000-32,-3.000 0.000-32,21.000 19.000 64,-19.000-19.000-32,19.000 20.000 64,0.000-20.000-96,0.000 0.000 64,1.000 21.000 0,-1.000-21.000 0,20.000 19.000-32,-20.000-19.000 32,20.000 20.000-32,-20.000 0.000 32,20.000-1.000 0,0.000 2.000 0,-20.000 18.000 0,20.000-19.000-32,0.000 0.000 32,-19.000 20.000 0,19.000-1.000 0,0.000-18.000-33,0.000 18.000-63,-20.000 1.000 96,20.000-20.000 0,0.000 20.000-32,0.000-1.000 64,0.000 21.000 0,-20.000-21.000-96,20.000 2.000 96,0.000-2.000 0,0.000 21.000-64,0.000-21.000 32,0.000 21.000 0,0.000-20.000 32,0.000 20.000 32,0.000 0.000-64,0.000-1.000 0,0.000-19.000 0,-20.000 19.000 33,20.000 1.000-33,0.000-1.000-33,0.000 1.000 98,-21.000-1.000-97,21.000 2.000 64,-18.000-2.000-97,18.000 1.000 162,-20.000-1.000-129,20.000 1.000 96,0.000-1.000 32,-20.000 1.000-32,20.000-1.000-32,0.000 21.000 32,0.000-21.000-32,0.000 1.000 0,0.000-1.000 0,0.000-19.000 0,0.000 0.000-32,0.000-1.000 0,-21.000 2.000 0,21.000-22.000 32,0.000 21.000-32,0.000 0.000 32,0.000 0.000-32,0.000-21.000 32,21.000 21.000-32,-21.000 0.000 0,0.000-20.000 32,0.000 19.000-32,0.000-19.000 0,0.000 0.000 0,20.000 0.000 32,-20.000 0.000-64,0.000 0.000 0,0.000-1.000 0,0.000-19.000-32,0.000 20.000-64,0.000 1.000 32,20.000-21.000-32,-20.000 0.000 96,0.000 20.000 32,0.000-20.000 0,0.000 0.000 32,0.000 0.000-32,0.000 0.000 0,0.000 0.000 32,0.000 19.000-64,0.000-19.000 0,-20.000 20.000 32,20.000-20.000-64,0.000 0.000 32,0.000 19.000-1,0.000-19.000 33,0.000 0.000-96,0.000 0.000 64,-20.000 21.000 64,20.000-21.000-32,0.000 0.000 0,0.000 20.000-64,0.000-20.000 96,0.000 0.000-32,0.000 20.000-64,20.000-20.000 128,-20.000 0.000-128,0.000 20.000 64,0.000-20.000 0,0.000 0.000 0,0.000 19.000-32,0.000-19.000 32,20.000 0.000 32,-20.000 20.000-32,0.000-20.000 0,18.000 0.000 0,-18.000 0.000 0,21.000 20.000 0,-21.000-20.000 0,20.000 0.000 0,-20.000 0.000 32,20.000 0.000-32,0.000 0.000 32,-20.000 20.000 0,19.000-20.000-32,1.000 0.000 161,0.000 0.000-129,0.000 20.000 64,-20.000-20.000-32,20.000 0.000 0,-1.000 0.000 0,21.000 0.000 0,-20.000 0.000-32,1.000 0.000 0,17.000 0.000 32,-18.000 0.000-64,21.000 0.000 0,-2.000 0.000 32,-19.000 0.000 0,20.000 0.000-32,19.000 0.000-32,-19.000 0.000 64,-1.000 0.000-64,21.000 0.000 64,-1.000 0.000-96,2.000 0.000 96,-22.000 0.000 0,21.000 0.000-64,-1.000 0.000 32,0.000 0.000 32,-19.000 0.000-32,19.000 0.000 32,22.000 0.000-32,-22.000 0.000-32,0.000 0.000 64,21.000 0.000 0,-21.000 0.000 0,20.000 0.000 32,2.000 0.000-128,-22.000 20.000 160,0.000-20.000 0,21.000 0.000-96,-21.000 0.000-96,20.000 0.000 96,-18.000 0.000 128,18.000 0.000-224,-20.000 0.000 160,20.000 0.000-128,1.000-20.000 128,-1.000 20.000-64,0.000 0.000 0,-18.000 0.000 96,18.000 0.000-160,0.000 0.000 64,-20.000 0.000 0,22.000 0.000 0,-23.000 0.000 0,1.000 20.000 0,22.000-20.000 0,-22.000 0.000 0,1.000 0.000 0,19.000 0.000 0,-20.000 0.000 32,2.000 0.000-320,18.000 0.000 544,-20.000 20.000-256,1.000-20.000 32,-1.000 0.000 32,20.000 0.000-96,-18.000 0.000 64,-2.000 0.000-32,0.000 0.000-32,21.000 0.000 64,-21.000 0.000-32,2.000 0.000 0,18.000 0.000 33,-20.000 0.000-1,20.000 0.000-97,-19.000 0.000 226,19.000 0.000-129,0.000 0.000 0,0.000 0.000 32,-18.000 0.000 0,18.000 0.000-64,0.000 0.000 0,1.000 0.000 96,-21.000 0.000-96,20.000 0.000-32,1.000 0.000 64,0.000 0.000-32,-1.000 0.000 96,0.000 0.000-96,0.000 0.000 96,0.000 0.000-288,2.000 0.000 480,-2.000 0.000-128,0.000 0.000-160,0.000 0.000 32,2.000 0.000 0,-2.000 0.000 32,0.000 0.000 65,0.000 0.000-65,0.000 19.000 0,2.000-19.000-32,-2.000 0.000 64,0.000 0.000-64,20.000 20.000-256,-20.000-20.000 512,2.000 0.000-288,18.000 0.000 0,-20.000 20.000 0,0.000-20.000-32,20.000 0.000 128,1.000 0.000-160,-21.000 20.000 96,20.000-20.000 32,0.000 0.000-96,0.000 0.000 64,1.000 0.000-32,-1.000 0.000 32,-19.000 0.000-32,20.000 0.000 0,-1.000 20.000 0,-20.000-20.000 32,20.000 0.000 32,0.000 0.000-128,1.000 0.000 64,-21.000 0.000-32,20.000 0.000 96,-20.000 0.000-64,2.000 0.000 0,-2.000 0.000 0,0.000 0.000 0,0.000 0.000 32,-19.000 0.000-320,19.000-20.000 512,0.000 20.000-224,-18.000 0.000 32,18.000 0.000-32,0.000 0.000 0,-20.000 0.000 32,1.000 0.000-64,19.000 0.000 64,-20.000 0.000-64,2.000 0.000 32,-2.000 0.000 0,1.000 0.000-64,-1.000-20.000 224,1.000 20.000-352,-1.000 0.000 192,0.000-20.000-96,2.000 20.000 64,-2.000 0.000-32,-19.000-20.000 64,19.000 20.000 0,1.000-19.000 0,-21.000-1.000-64,1.000 20.000 32,-1.000-20.000-32,1.000 20.000 64,1.000-20.000-32,-2.000 0.000 0,1.000 0.000-32,-20.000 0.000 32,19.000 1.000-129,-19.000-1.000 97,0.000 0.000 32,0.000-21.000-64,19.000 2.000 64,-39.000 20.000 64,20.000-22.000-32,0.000 2.000 0,-20.000-21.000 0,20.000 20.000 0,-20.000-19.000 128,21.000 0.000-224,-21.000-21.000 160,18.000 0.000-96,-18.000 1.000 64,20.000 19.000-64,1.000 1.000 32,-21.000-21.000 0,0.000 21.000 0,20.000-1.000 32,-20.000-20.000 32,20.000 21.000 64,-2.000-1.000-128,-18.000-19.000 129,0.000 20.000-129,21.000-1.000 32,-21.000 1.000-32,0.000-21.000 32,20.000 20.000 32,-20.000-20.000-128,0.000 21.000 32,0.000-20.000 32,20.000-1.000 64,-20.000 20.000-96,0.000 1.000 96,0.000-21.000-32,0.000 21.000 64,0.000-1.000-64,0.000 20.000 0,0.000-20.000-96,0.000 1.000 256,0.000 19.000-288,0.000 1.000 160,0.000-1.000-128,0.000 0.000-32,0.000 0.000 32,-20.000 0.000-64,20.000 1.000 32,20.000 19.000-65,-20.000-20.000 225,0.000 20.000-64,0.000 1.000 65,0.000 19.000-130,0.000-20.000 162,-20.000 20.000-33,20.000-21.000-96,0.000 21.000 32,0.000-19.000 0,-20.000 19.000 0,20.000 0.000 0,0.000-20.000-32,-21.000 20.000 64,21.000-20.000-64,-18.000 20.000-257,-2.000-19.000 481,0.000 19.000-95,-1.000 0.000-1,-17.000-21.000-192,-3.000 21.000 128,1.000 0.000-64,-19.000 0.000 0,0.000 0.000 32,-1.000-20.000 0,1.000 20.000-129,-22.000 0.000 129,2.000 0.000-64,0.000 0.000 0,0.000-19.000 32,-20.000 19.000 0,20.000 0.000 32,-21.000 0.000 0,20.000 0.000-32,-19.000-20.000 32,-1.000 20.000 0,1.000 0.000 96,-20.000 0.000-64,1.000 0.000 0,19.000 0.000 0,-21.000 0.000-64,21.000 0.000 0,-20.000 0.000 0,20.000 0.000 128,-1.000 0.000-192,1.000 0.000-192,-20.000-20.000 576,20.000 20.000-288,-21.000 0.000-32,21.000 0.000 64,0.000 0.000-64,-21.000 0.000 96,21.000 20.000-96,-20.000-20.000 96,20.000 0.000 0,-19.000 0.000-160,-2.000 20.000 192,1.000-20.000-224,0.000 19.000 128,-1.000-19.000-32,1.000 20.000 32,1.000 1.000-32,-1.000-21.000 96,-1.000 19.000-96,1.000 1.000 0,20.000-20.000 0,-21.000 20.000 96,1.000-20.000-64,20.000 19.000-64,-1.000-19.000 96,-17.000 21.000 64,17.000-21.000-192,0.000 20.000 64,0.000-20.000 64,-17.000 19.000 32,36.000-19.000-128,-18.000 0.000 64,0.000 20.000-32,19.000-20.000 32,1.000 0.000-32,-20.000 0.000 64,20.000 20.000-128,-2.000-20.000 192,2.000 0.000-96,-20.000 0.000-64,20.000 0.000 160,0.000 0.000-128,0.000 0.000 32,-2.000 0.000 0,2.000 20.000 0,-20.000-20.000 32,20.000 0.000-32,0.000 0.000-32,-2.000 0.000-32,2.000 0.000 128,0.000 0.000-256,0.000 0.000 320,0.000 0.000-160,-2.000 0.000 32,2.000 0.000 0,0.000 0.000 0,0.000-20.000 0,-1.000 20.000 32,1.000 0.000 0,-1.000 0.000 32,1.000 0.000 32,0.000 0.000-192,-1.000 0.000 160,1.000 0.000-64,0.000 0.000 0,0.000-20.000 0,18.000 20.000 96,-18.000-20.000-192,20.000 20.000 128,-22.000-19.000 0,23.000 19.000 193,-22.000-20.000-354,20.000 20.000 258,1.000-21.000-129,-20.000 21.000-193,19.000-19.000 546,-19.000 19.000-321,-1.000-20.000 32,1.000 20.000-32,19.000-20.000-64,-19.000 20.000 32,20.000 0.000 0,-2.000-19.000 64,-18.000 19.000-128,20.000 0.000 64,-1.000 0.000-64,-19.000 0.000-96,20.000 0.000 31,-1.000 0.000-255,-19.000 0.000-96,20.000 0.000-705,-22.000 19.000-1666,2.000-19.000-4100</inkml:trace>
  <inkml:trace contextRef="#ctx0" brushRef="#br0">4028.000 10869.000 3331,'0.000'20.000'704,"0.000"-20.000"-287,0.000 0.000 63,0.000 0.000 1346,0.000 0.000-161,20.000 0.000-608,0.000 0.000-384,0.000 0.000-32,19.000 0.000-33,-19.000 0.000 33,20.000 0.000-161,-1.000 0.000-191,22.000 0.000-193,-23.000 0.000-96,3.000-20.000-160,-21.000 20.000-225,19.000 0.000-448,-19.000 0.000-640,0.000 0.000-769,0.000-20.000 192,0.000 20.000 641,-20.000-19.000 320,0.000-1.000 192,0.000 20.000 192,0.000-20.000-32,0.000 20.000 705,0.000-20.000 673,-20.000 20.000 224,20.000 0.000 288,0.000 0.000 320,0.000-20.000-159,0.000 20.000-418,0.000 0.000-511,0.000 0.000 63,20.000 0.000-128,-1.000 0.000-63,21.000 20.000-33,-20.000-20.000 96,21.000 0.000 193,-3.000 0.000-225,-17.000 20.000 0,-1.000-20.000 65,0.000 20.000-257,-20.000-20.000-32,0.000 20.000 32,0.000-1.000-32,0.000 21.000 32,-20.000-20.000-160,-21.000 0.000 32,21.000 0.000 96,2.000 0.000-64,-23.000-1.000 32,21.000 21.000-1025,0.000-20.000-2594</inkml:trace>
</inkml:ink>
</file>

<file path=ppt/ink/ink9.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2-03-20T00:54:25"/>
    </inkml:context>
    <inkml:brush xml:id="br0">
      <inkml:brushProperty name="width" value="0.05292" units="cm"/>
      <inkml:brushProperty name="height" value="0.05292" units="cm"/>
      <inkml:brushProperty name="color" value="#ff0000"/>
    </inkml:brush>
  </inkml:definitions>
  <inkml:trace contextRef="#ctx0" brushRef="#br0">1259.000 1440.000 3427,'0.000'0.000'1217,"0.000"0.000"-737,-9.000 0.000 1058,9.000 0.000 544,0.000 10.000-513,-10.000-10.000-448,10.000 0.000-160,-11.000 0.000-32,11.000 0.000 32,0.000 0.000-352,0.000 0.000-257,0.000 0.000-192,0.000 0.000-128,0.000 0.000 96,11.000 0.000 128,-11.000 0.000-159,10.000 0.000 31,9.000 0.000-128,-9.000 0.000 32,10.000 0.000 0,10.000 0.000-32,-10.000 0.000 32,9.000 0.000 0,1.000 0.000-32,0.000-10.000 0,10.000 10.000-128,-1.000 0.000-32,1.000 0.000 31,0.000-10.000-95,10.000 10.000-64,-11.000-10.000 96,1.000 10.000-193,-1.000 0.000 97,1.000-10.000 32,0.000 10.000-32,-1.000 10.000-65,1.000-10.000-31,-10.000 0.000 128,10.000 0.000 128,-11.000 0.000 96,1.000 0.000-1,0.000 10.000 66,0.000-10.000-1,-10.000 0.000 192,10.000 10.000 32,-11.000-10.000 0,1.000 0.000-192,0.000 0.000 0,-10.000 0.000 0,10.000 0.000 0,-10.000-10.000 1,-10.000 10.000-1,9.000 0.000-32,-9.000 0.000 64,10.000 10.000 320,-10.000-10.000 353,0.000 0.000-225,0.000 0.000-383,0.000-10.000-97,0.000 10.000-96,-10.000 0.000-321,10.000 0.000-832,0.000-10.000-1057,-9.000 10.000-3491</inkml:trace>
  <inkml:trace contextRef="#ctx0" brushRef="#br0">2202.000 1321.000 10794,'-10.000'-10.000'480,"0.000"10.000"-608,10.000 0.000 288,0.000 0.000 1250,0.000 0.000-834,0.000 0.000-576,0.000 0.000 545,0.000 0.000 127,10.000 10.000-95,-10.000-10.000-257,20.000 10.000-224,-10.000 0.000-32,0.000 0.000-32,10.000-1.000 0,-10.000 1.000 0,9.000 1.000 32,-9.000-2.000-64,11.000 1.000 32,-12.000 0.000 0,1.000 0.000 33,0.000-10.000-33,0.000 10.000-32,0.000 0.000 0,0.000-10.000-32,-10.000 0.000 64,0.000 10.000 128,0.000-10.000-32,0.000 10.000 128,0.000-10.000 192,0.000 10.000 1,-10.000-10.000-161,0.000 0.000-32,0.000 10.000-95,0.000 0.000 63,0.000 0.000-96,-9.000-1.000-32,-2.000 1.000-96,-8.000 10.000 32,9.000-10.000-64,0.000 10.000-160,0.000-10.000-257,10.000 0.000-800,-9.000 0.000-929,9.000 0.000-1986</inkml:trace>
  <inkml:trace contextRef="#ctx0" brushRef="#br0">3552.000 5752.000 4804,'0.000'0.000'448,"0.000"0.000"129,0.000 0.000 1025,0.000-10.000-65,0.000 10.000-448,0.000 0.000-384,-10.000 0.000-33,10.000 0.000-31,-10.000 0.000 0,10.000 0.000-161,-10.000-10.000-64,0.000 10.000-191,0.000 0.000-97,-9.000 0.000 160,9.000 0.000-64,-10.000-10.000 0,10.000 10.000-63,-10.000-9.000 191,0.000 9.000 192,1.000-11.000-95,-12.000 11.000 31,12.000-10.000-255,-11.000 1.000-65,10.000 9.000-96,-10.000 0.000-32,1.000 0.000-32,9.000 0.000 0,-1.000 0.000 0,2.000 0.000-32,-1.000 0.000-32,10.000 9.000 64,-10.000-9.000-32,10.000 10.000 64,0.000-10.000-96,0.000 0.000 64,1.000 11.000 0,-1.000-11.000 0,10.000 9.000-32,-10.000-9.000 32,10.000 10.000-32,-10.000 0.000 32,10.000 0.000 0,0.000 0.000 0,-10.000 10.000 0,10.000-10.000-32,0.000 0.000 32,-10.000 10.000 0,10.000-1.000 0,0.000-8.000-33,0.000 8.000-63,-10.000 1.000 96,10.000-10.000 0,0.000 10.000-32,0.000 0.000 64,0.000 10.000 0,-10.000-11.000-96,10.000 2.000 96,0.000-2.000 0,0.000 11.000-64,0.000-10.000 32,0.000 10.000 0,0.000-10.000 32,0.000 10.000 32,0.000 0.000-64,0.000-1.000 0,0.000-9.000 0,-10.000 10.000 33,10.000 0.000-33,0.000-1.000-33,0.000 1.000 98,-10.000 0.000-97,10.000 0.000 64,-9.000 0.000-97,9.000 0.000 162,-10.000-1.000-129,10.000 1.000 96,0.000 0.000 32,-10.000 0.000-32,10.000-1.000-32,0.000 11.000 32,0.000-10.000-32,0.000 0.000 0,0.000-1.000 0,0.000-9.000 0,0.000 0.000-32,0.000 0.000 0,-11.000 0.000 0,11.000-10.000 32,0.000 10.000-32,0.000 0.000 32,0.000 0.000-32,0.000-11.000 32,11.000 11.000-32,-11.000 0.000 0,0.000-10.000 32,0.000 10.000-32,0.000-10.000 0,0.000 0.000 0,10.000 0.000 32,-10.000 0.000-64,0.000 0.000 0,0.000-1.000 0,0.000-9.000-32,0.000 10.000-64,0.000 1.000 32,10.000-11.000-32,-10.000 0.000 96,0.000 10.000 32,0.000-10.000 0,0.000 0.000 32,0.000 0.000-32,0.000 0.000 0,0.000 0.000 32,0.000 9.000-64,0.000-9.000 0,-10.000 10.000 32,10.000-10.000-64,0.000 0.000 32,0.000 10.000-1,0.000-10.000 33,0.000 0.000-96,0.000 0.000 64,-10.000 10.000 64,10.000-10.000-32,0.000 0.000 0,0.000 10.000-64,0.000-10.000 96,0.000 0.000-32,0.000 10.000-64,10.000-10.000 128,-10.000 0.000-128,0.000 10.000 64,0.000-10.000 0,0.000 0.000 0,0.000 10.000-32,0.000-10.000 32,10.000 0.000 32,-10.000 10.000-32,0.000-10.000 0,9.000 0.000 0,-9.000 0.000 0,10.000 10.000 0,-10.000-10.000 0,10.000 0.000 0,-10.000 0.000 32,10.000 0.000-32,0.000 0.000 32,-10.000 10.000 0,10.000-10.000-32,0.000 0.000 161,0.000 0.000-129,0.000 10.000 64,-10.000-10.000-32,10.000 0.000 0,-1.000 0.000 0,11.000 0.000 0,-10.000 0.000-32,1.000 0.000 0,8.000 0.000 32,-9.000 0.000-64,10.000 0.000 0,0.000 0.000 32,-10.000 0.000 0,10.000 0.000-32,9.000 0.000-32,-9.000 0.000 64,0.000 0.000-64,10.000 0.000 64,-1.000 0.000-96,2.000 0.000 96,-12.000 0.000 0,11.000 0.000-64,0.000 0.000 32,-1.000 0.000 32,-9.000 0.000-32,10.000 0.000 32,10.000 0.000-32,-10.000 0.000-32,-1.000 0.000 64,11.000 0.000 0,-10.000 0.000 0,9.000 0.000 32,2.000 0.000-128,-12.000 10.000 160,1.000-10.000 0,10.000 0.000-96,-11.000 0.000-96,11.000 0.000 96,-10.000 0.000 128,10.000 0.000-224,-11.000 0.000 160,11.000 0.000-128,0.000-10.000 128,-1.000 10.000-64,1.000 0.000 0,-10.000 0.000 96,10.000 0.000-160,-1.000 0.000 64,-9.000 0.000 0,10.000 0.000 0,-11.000 0.000 0,1.000 10.000 0,10.000-10.000 0,-10.000 0.000 0,0.000 0.000 0,9.000 0.000 0,-9.000 0.000 32,0.000 0.000-320,10.000 0.000 544,-11.000 10.000-256,1.000-10.000 32,0.000 0.000 32,9.000 0.000-96,-8.000 0.000 64,-2.000 0.000-32,1.000 0.000-32,10.000 0.000 64,-11.000 0.000-32,2.000 0.000 0,8.000 0.000 33,-9.000 0.000-1,9.000 0.000-97,-9.000 0.000 226,10.000 0.000-129,-1.000 0.000 0,1.000 0.000 32,-10.000 0.000 0,10.000 0.000-64,-1.000 0.000 0,1.000 0.000 96,-10.000 0.000-96,9.000 0.000-32,1.000 0.000 64,0.000 0.000-32,0.000 0.000 96,-1.000 0.000-96,1.000 0.000 96,-1.000 0.000-288,2.000 0.000 480,-2.000 0.000-128,1.000 0.000-160,-1.000 0.000 32,2.000 0.000 0,-2.000 0.000 32,1.000 0.000 65,-1.000 0.000-65,1.000 9.000 0,0.000-9.000-32,0.000 0.000 64,-1.000 0.000-64,11.000 10.000-256,-11.000-10.000 512,2.000 0.000-288,8.000 0.000 0,-9.000 10.000 0,-1.000-10.000-32,11.000 0.000 128,0.000 0.000-160,-11.000 10.000 96,11.000-10.000 32,-1.000 0.000-96,1.000 0.000 64,0.000 0.000-32,-1.000 0.000 32,-9.000 0.000-32,10.000 0.000 0,0.000 10.000 0,-11.000-10.000 32,11.000 0.000 32,-1.000 0.000-128,1.000 0.000 64,-10.000 0.000-32,9.000 0.000 96,-9.000 0.000-64,0.000 0.000 0,0.000 0.000 0,-1.000 0.000 0,1.000 0.000 32,-10.000 0.000-320,9.000-10.000 512,1.000 10.000-224,-10.000 0.000 32,10.000 0.000-32,-1.000 0.000 0,-9.000 0.000 32,0.000 0.000-64,9.000 0.000 64,-9.000 0.000-64,0.000 0.000 32,0.000 0.000 0,0.000 0.000-64,-1.000-10.000 224,1.000 10.000-352,0.000 0.000 192,-1.000-10.000-96,2.000 10.000 64,-2.000 0.000-32,-9.000-10.000 64,10.000 10.000 0,0.000-9.000 0,-11.000-1.000-64,1.000 10.000 32,0.000-10.000-32,0.000 10.000 64,0.000-10.000-32,0.000 0.000 0,0.000 0.000-32,-10.000 0.000 32,9.000 0.000-129,-9.000 0.000 97,0.000 0.000 32,0.000-10.000-64,10.000 0.000 64,-20.000 11.000 64,10.000-12.000-32,0.000 2.000 0,-10.000-11.000 0,10.000 10.000 0,-10.000-10.000 128,10.000 1.000-224,-10.000-11.000 160,9.000 0.000-96,-9.000 0.000 64,10.000 10.000-64,1.000 1.000 32,-11.000-11.000 0,0.000 10.000 0,10.000 0.000 32,-10.000-10.000 32,10.000 11.000 64,-1.000-1.000-128,-9.000-10.000 129,0.000 11.000-129,10.000-1.000 32,-10.000 0.000-32,0.000-10.000 32,10.000 10.000 32,-10.000-10.000-128,0.000 11.000 32,0.000-11.000 32,10.000 0.000 64,-10.000 10.000-96,0.000 1.000 96,0.000-11.000-32,0.000 10.000 64,0.000 0.000-64,0.000 10.000 0,0.000-10.000-96,0.000 1.000 256,0.000 9.000-288,0.000 0.000 160,0.000 0.000-128,0.000 0.000-32,0.000 0.000 32,-10.000 0.000-64,10.000 1.000 32,10.000 9.000-65,-10.000-10.000 225,0.000 10.000-64,0.000 0.000 65,0.000 10.000-130,0.000-10.000 162,-10.000 10.000-33,10.000-10.000-96,0.000 10.000 32,0.000-10.000 0,-10.000 10.000 0,10.000 0.000 0,0.000-10.000-32,-10.000 10.000 64,10.000-10.000-64,-9.000 10.000-257,-1.000-9.000 481,0.000 9.000-95,-1.000 0.000-1,-8.000-11.000-192,-1.000 11.000 128,0.000 0.000-64,-10.000 0.000 0,1.000 0.000 32,-1.000-10.000 0,0.000 10.000-129,-10.000 0.000 129,0.000 0.000-64,1.000 0.000 0,-1.000-9.000 32,-9.000 9.000 0,9.000 0.000 32,-10.000 0.000 0,10.000 0.000-32,-9.000-10.000 32,-1.000 10.000 0,0.000 0.000 96,-9.000 0.000-64,0.000 0.000 0,9.000 0.000 0,-10.000 0.000-64,11.000 0.000 0,-11.000 0.000 0,11.000 0.000 128,-1.000 0.000-192,0.000 0.000-192,-9.000-10.000 576,9.000 10.000-288,-10.000 0.000-32,11.000 0.000 64,-1.000 0.000-64,-10.000 0.000 96,11.000 10.000-96,-11.000-10.000 96,11.000 0.000 0,-10.000 0.000-160,-1.000 10.000 192,0.000-10.000-224,1.000 9.000 128,-1.000-9.000-32,0.000 10.000 32,1.000 1.000-32,0.000-11.000 96,-1.000 9.000-96,0.000 1.000 0,11.000-10.000 0,-11.000 10.000 96,0.000-10.000-64,11.000 10.000-64,-1.000-10.000 96,-9.000 10.000 64,9.000-10.000-192,0.000 10.000 64,0.000-10.000 64,-8.000 10.000 32,17.000-10.000-128,-8.000 0.000 64,-1.000 10.000-32,10.000-10.000 32,1.000 0.000-32,-11.000 0.000 64,11.000 10.000-128,-2.000-10.000 192,2.000 0.000-96,-11.000 0.000-64,11.000 0.000 160,-1.000 0.000-128,1.000 0.000 32,-2.000 0.000 0,2.000 10.000 0,-11.000-10.000 32,11.000 0.000-32,-1.000 0.000-32,0.000 0.000-32,0.000 0.000 128,1.000 0.000-256,-1.000 0.000 320,1.000 0.000-160,-2.000 0.000 32,2.000 0.000 0,-1.000 0.000 0,1.000-10.000 0,-1.000 10.000 32,0.000 0.000 0,0.000 0.000 32,1.000 0.000 32,-1.000 0.000-192,0.000 0.000 160,1.000 0.000-64,-1.000 0.000 0,1.000-10.000 0,8.000 10.000 96,-8.000-10.000-192,9.000 10.000 128,-10.000-10.000 0,11.000 10.000 193,-11.000-10.000-354,10.000 10.000 258,0.000-10.000-129,-9.000 10.000-193,9.000-10.000 546,-10.000 10.000-321,0.000-10.000 32,1.000 10.000-32,9.000-10.000-64,-10.000 10.000 32,11.000 0.000 0,-2.000-9.000 64,-8.000 9.000-128,9.000 0.000 64,0.000 0.000-64,-9.000 0.000-96,9.000 0.000 31,0.000 0.000-255,-9.000 0.000-96,9.000 0.000-705,-10.000 9.000-1666,0.000-9.000-4100</inkml:trace>
  <inkml:trace contextRef="#ctx0" brushRef="#br0">2629.000 6090.000 3331,'0.000'10.000'704,"0.000"-10.000"-287,0.000 0.000 63,0.000 0.000 1346,0.000 0.000-161,10.000 0.000-608,0.000 0.000-384,0.000 0.000-32,9.000 0.000-33,-9.000 0.000 33,10.000 0.000-161,0.000 0.000-191,10.000 0.000-193,-11.000 0.000-96,2.000-10.000-160,-11.000 10.000-225,9.000 0.000-448,-9.000 0.000-640,0.000 0.000-769,0.000-10.000 192,0.000 10.000 641,-10.000-10.000 320,0.000 0.000 192,0.000 10.000 192,0.000-10.000-32,0.000 10.000 705,0.000-10.000 673,-10.000 10.000 224,10.000 0.000 288,0.000 0.000 320,0.000-10.000-159,0.000 10.000-418,0.000 0.000-511,0.000 0.000 63,10.000 0.000-128,0.000 0.000-63,10.000 10.000-33,-10.000-10.000 96,10.000 0.000 193,-1.000 0.000-225,-8.000 10.000 0,-1.000-10.000 65,0.000 10.000-257,-10.000-10.000-32,0.000 10.000 32,0.000 0.000-32,0.000 10.000 32,-10.000-10.000-160,-11.000 0.000 32,11.000 0.000 96,1.000 0.000-64,-11.000-1.000 32,10.000 11.000-1025,0.000-10.000-2594</inkml:trace>
</inkml:ink>
</file>

<file path=ppt/ink/ink10.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09-23T01:08:34"/>
    </inkml:context>
    <inkml:brush xml:id="br0">
      <inkml:brushProperty name="width" value="0.05292" units="cm"/>
      <inkml:brushProperty name="height" value="0.05292" units="cm"/>
      <inkml:brushProperty name="color" value="#ff0000"/>
    </inkml:brush>
  </inkml:definitions>
  <inkml:trace contextRef="#ctx0" brushRef="#br0">436.000 9299.000 11755,'-41.000'20.000'-64,"21.000"0.000"-97,0.000 0.000-63,20.000-20.000 288,0.000 0.000 64,0.000 0.000 161,-19.000 0.000-225,19.000 0.000 0,19.000 0.000 224,-19.000-20.000 193,20.000 20.000-161,20.000-20.000-128,1.000 0.000-96,-2.000 0.000 0,1.000 1.000-32,-1.000-21.000-64,21.000 20.000 32,-1.000-20.000 0,20.000 1.000-32,-39.000-1.000 64,19.000 0.000-64,-18.000 20.000 0,-1.000-20.000 0,-1.000 21.000 0,1.000 19.000-64,-20.000-21.000-96,-1.000 21.000-64,1.000-19.000-160,-20.000 19.000 31,20.000-20.000-95,-20.000 20.000-257,0.000 0.000-448,0.000-20.000-1185,0.000 20.000-2563</inkml:trace>
  <inkml:trace contextRef="#ctx0" brushRef="#br0">952.000 8783.000 9673,'-40.000'0.000'0,"40.000"0.000"-128,0.000 0.000 160,0.000-20.000 256,20.000 20.000 833,0.000-20.000-64,19.000 20.000-609,-19.000-20.000-320,20.000 20.000-63,-1.000-20.000-1,1.000 20.000-32,-1.000 0.000 0,1.000 0.000-32,-20.000 0.000 0,1.000 0.000 0,-1.000 20.000 0,-2.000-20.000 96,2.000 20.000-32,-20.000 0.000 32,0.000 0.000 0,0.000 19.000 0,0.000 1.000-64,-20.000 0.000-96,-18.000-1.000-641,17.000 1.000-896,1.000 0.000-1250,0.000 20.000-3939</inkml:trace>
</inkml:ink>
</file>

<file path=ppt/ink/ink11.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09-23T01:08:34"/>
    </inkml:context>
    <inkml:brush xml:id="br0">
      <inkml:brushProperty name="width" value="0.05292" units="cm"/>
      <inkml:brushProperty name="height" value="0.05292" units="cm"/>
      <inkml:brushProperty name="color" value="#ff0000"/>
    </inkml:brush>
  </inkml:definitions>
  <inkml:trace contextRef="#ctx0" brushRef="#br0">436.000 9299.000 11755,'-41.000'20.000'-64,"21.000"0.000"-97,0.000 0.000-63,20.000-20.000 288,0.000 0.000 64,0.000 0.000 161,-19.000 0.000-225,19.000 0.000 0,19.000 0.000 224,-19.000-20.000 193,20.000 20.000-161,20.000-20.000-128,1.000 0.000-96,-2.000 0.000 0,1.000 1.000-32,-1.000-21.000-64,21.000 20.000 32,-1.000-20.000 0,20.000 1.000-32,-39.000-1.000 64,19.000 0.000-64,-18.000 20.000 0,-1.000-20.000 0,-1.000 21.000 0,1.000 19.000-64,-20.000-21.000-96,-1.000 21.000-64,1.000-19.000-160,-20.000 19.000 31,20.000-20.000-95,-20.000 20.000-257,0.000 0.000-448,0.000-20.000-1185,0.000 20.000-2563</inkml:trace>
  <inkml:trace contextRef="#ctx0" brushRef="#br0">952.000 8783.000 9673,'-40.000'0.000'0,"40.000"0.000"-128,0.000 0.000 160,0.000-20.000 256,20.000 20.000 833,0.000-20.000-64,19.000 20.000-609,-19.000-20.000-320,20.000 20.000-63,-1.000-20.000-1,1.000 20.000-32,-1.000 0.000 0,1.000 0.000-32,-20.000 0.000 0,1.000 0.000 0,-1.000 20.000 0,-2.000-20.000 96,2.000 20.000-32,-20.000 0.000 32,0.000 0.000 0,0.000 19.000 0,0.000 1.000-64,-20.000 0.000-96,-18.000-1.000-641,17.000 1.000-896,1.000 0.000-1250,0.000 20.000-3939</inkml:trace>
</inkml:ink>
</file>

<file path=ppt/ink/ink12.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09-23T01:09:44"/>
    </inkml:context>
    <inkml:brush xml:id="br0">
      <inkml:brushProperty name="width" value="0.05292" units="cm"/>
      <inkml:brushProperty name="height" value="0.05292" units="cm"/>
      <inkml:brushProperty name="color" value="#ff0000"/>
    </inkml:brush>
  </inkml:definitions>
  <inkml:trace contextRef="#ctx0" brushRef="#br0">2499.000 6895.000 1345,'20.000'0.000'640,"-20.000"0.000"-704,20.000 0.000 96,1.000 0.000 641,-1.000-20.000 929,-2.000 20.000-129,3.000 0.000-480,-1.000 0.000-321,0.000 0.000 1,0.000 0.000-353,-1.000 0.000-288,1.000 0.000 33,-20.000 0.000-33,20.000 0.000-64,0.000 0.000 64,-20.000 0.000 64,20.000 0.000-32,-1.000 0.000-32,1.000 0.000-32,20.000-20.000 0,-20.000 20.000 0,1.000 0.000 0,17.000 0.000 32,-18.000 0.000-64,21.000 0.000 32,-2.000 0.000 0,-19.000 20.000 64,20.000-20.000-128,-1.000 0.000 128,1.000 0.000-32,-1.000 20.000-64,1.000-20.000 32,0.000 0.000 32,-1.000 0.000-32,22.000 0.000 96,-23.000 0.000-64,23.000 0.000 128,-2.000 0.000 449,0.000 0.000-289,1.000 0.000-160,19.000 0.000 0,-18.000 0.000 225,18.000 0.000-33,0.000 0.000-96,0.000 0.000-32,0.000 0.000-31,2.000 0.000-65,-2.000-20.000-96,0.000 20.000 0,0.000 0.000 0,0.000 0.000-32,2.000 0.000 0,-2.000 0.000 0,0.000-20.000 0,0.000 20.000 96,20.000 0.000-64,-18.000 0.000 32,18.000 0.000 160,-20.000 0.000-64,20.000 0.000 1,0.000-19.000-33,-20.000 19.000-32,21.000 0.000-32,-21.000 0.000 0,20.000 0.000 0,-19.000 0.000-64,20.000 0.000 32,-1.000 0.000-32,-20.000 0.000 0,20.000-20.000-32,0.000 20.000 96,1.000 0.000-96,-21.000 0.000 64,20.000 0.000-32,0.000 0.000 0,0.000 0.000 0,-20.000 0.000 32,21.000 0.000-32,0.000 0.000 0,-20.000 0.000 0,19.000 0.000 0,0.000 0.000 0,0.000 0.000 0,0.000 20.000 32,-20.000-20.000-32,21.000 0.000 32,-1.000 0.000 0,0.000 0.000 64,0.000 0.000 32,1.000 0.000 0,-1.000 0.000-96,-20.000 0.000 33,20.000-20.000-33,-18.000 20.000 0,-2.000 0.000 0,0.000 0.000 32,0.000 0.000 0,2.000 0.000 32,-23.000 0.000-32,22.000-20.000-32,-20.000 20.000 0,-1.000 0.000-32,0.000 0.000 0,-19.000 0.000 0,19.000 0.000 0,1.000 0.000 0,-21.000 0.000 0,2.000 0.000 0,-1.000 0.000 0,-1.000 0.000-224,-19.000-20.000-1025,0.000 20.000-2851</inkml:trace>
  <inkml:trace contextRef="#ctx0" brushRef="#br0">15979.000 6796.000 704,'0.000'0.000'4164,"-20.000"0.000"-4196,20.000 0.000 32,-20.000 0.000 416,20.000 20.000 674,0.000-20.000-98,0.000 0.000-447,0.000 0.000-129,0.000 0.000 161,0.000 0.000 288,20.000 0.000-161,0.000-20.000-191,1.000 20.000-225,-21.000 0.000 0,18.000 0.000-127,2.000 0.000-1,0.000 0.000-32,21.000 0.000-32,-21.000 0.000-64,-2.000 0.000-32,23.000 0.000 0,-21.000 0.000 32,39.000 0.000 0,-19.000 0.000-64,19.000 0.000 32,2.000 0.000 0,-3.000 0.000-64,1.000 0.000 32,22.000 0.000 0,-2.000 20.000 0,0.000-20.000 0,20.000 0.000 64,-20.000 0.000-32,21.000 0.000 0,-20.000 0.000 0,19.000 0.000 32,-19.000 0.000-64,19.000 0.000 32,0.000 0.000 0,0.000 20.000 0,0.000-20.000 32,1.000 0.000-64,-1.000 0.000 96,0.000 0.000-96,0.000 0.000 32,-20.000 0.000 0,21.000 0.000 32,-1.000 0.000-32,0.000 19.000 0,0.000-19.000 0,-18.000 0.000-32,18.000 0.000 32,0.000 0.000-32,1.000 0.000 32,-1.000 0.000 32,0.000-19.000-32,-20.000 19.000 0,20.000 0.000 0,1.000 0.000 32,-1.000 0.000-32,0.000 0.000 0,0.000 0.000 0,0.000-20.000 0,1.000 20.000 0,19.000 0.000 0,-20.000 0.000 0,21.000-20.000 64,-21.000 20.000-32,20.000 0.000 0,-1.000 0.000 0,1.000-20.000 0,-19.000 20.000 96,19.000-20.000 32,0.000 20.000 161,1.000-20.000 127,-21.000 20.000-64,0.000 0.000-191,0.000-19.000-129,-20.000 19.000-64,1.000 0.000-32,-1.000 0.000-257,-19.000 0.000-479,-21.000 0.000-578,1.000 0.000-1568,0.000 0.000-4197</inkml:trace>
  <inkml:trace contextRef="#ctx0" brushRef="#br0">3532.000 13969.000 6374,'0.000'20.000'1697,"0.000"-20.000"-640,-20.000 0.000-320,20.000 0.000 224,0.000 0.000-160,-19.000 0.000-225,19.000 0.000-416,0.000 0.000-160,0.000 0.000 64,0.000 0.000 225,0.000 0.000 31,0.000 0.000-192,19.000 0.000-32,-19.000 0.000-64,20.000 0.000 64,0.000 0.000 0,-20.000 0.000 64,20.000 0.000-31,0.000 0.000-65,-1.000 0.000-32,1.000 0.000 32,20.000 0.000 96,-20.000 0.000-64,19.000-20.000-32,1.000 20.000 0,-19.000 0.000-32,37.000 0.000 0,-17.000 0.000-32,-2.000 0.000 32,21.000-20.000-32,-21.000 20.000 32,21.000 0.000 0,-1.000 0.000-32,2.000 0.000-32,-2.000 0.000 64,-1.000 0.000-32,23.000 0.000 32,-22.000 0.000-64,0.000 0.000 64,22.000 0.000 0,-23.000 0.000-32,21.000 0.000 0,-18.000 0.000 32,18.000-19.000 64,0.000 19.000 129,-18.000 0.000-65,18.000 0.000-64,0.000 0.000-32,0.000 0.000-64,0.000 0.000 96,1.000 0.000-96,20.000 0.000 32,-21.000 0.000-32,0.000 0.000 32,0.000 0.000-32,1.000 0.000 32,0.000 0.000-32,19.000 0.000 0,-20.000 0.000 0,20.000 0.000 0,-20.000 0.000 32,20.000 0.000-64,-18.000 0.000 64,18.000 0.000-32,-20.000 0.000 96,20.000 0.000-64,-19.000-21.000 32,19.000 21.000 0,0.000 0.000-32,0.000 0.000 0,0.000 0.000-32,-20.000 0.000 32,21.000-19.000-32,-20.000 19.000 32,20.000 0.000-32,-21.000 0.000 0,0.000 0.000 0,0.000 0.000 0,1.000 0.000 0,20.000 0.000 33,-21.000 0.000-33,0.000 0.000 0,20.000-20.000 32,-20.000 20.000-32,20.000 0.000 32,-20.000 0.000-32,2.000-21.000 32,-22.000 21.000-32,20.000 0.000 0,-19.000 0.000-32,-21.000-19.000-353,22.000 19.000-608,-41.000 0.000-320,-2.000 0.000-1730</inkml:trace>
  <inkml:trace contextRef="#ctx0" brushRef="#br0">9607.000 12062.000 13612,'-20.000'0.000'96,"20.000"0.000"-352,20.000 19.000 384,-1.000 1.000 385,1.000 0.000 159,21.000 0.000-63,-3.000 0.000-32,23.000 19.000 63,18.000 1.000-159,-20.000 0.000-65,21.000-1.000 129,-21.000-19.000-321,0.000 1.000 32,2.000-2.000-32,-2.000 21.000-192,20.000-21.000 64,1.000 22.000 0,-21.000-21.000 1,2.000-1.000-194,-2.000 2.000 226,-19.000-2.000-1,-22.000-19.000-256,23.000 20.000-225,-41.000-20.000-63,20.000 0.000-161,-20.000 0.000-640,0.000-20.000-1634,0.000 20.000-2369</inkml:trace>
  <inkml:trace contextRef="#ctx0" brushRef="#br0">9725.000 12598.000 13388,'-38.000'40.000'385,"17.000"-40.000"-417,1.000 0.000 96,20.000 0.000 320,0.000 0.000-32,0.000-20.000 161,0.000 0.000-321,0.000-20.000-64,0.000 0.000 0,0.000-19.000 96,0.000-40.000 129,-20.000-1.000-257,-19.000 1.000-64,19.000 0.000-64,-20.000 19.000 64,21.000 40.000-32,-1.000 0.000 320,0.000 1.000-64,20.000 19.000 33,0.000 0.000-65,20.000 20.000-96,19.000 0.000 0,21.000 0.000 128,-1.000 0.000-128,40.000 20.000-63,1.000 0.000 31,-1.000-20.000-160,0.000 0.000 96,-20.000 20.000 32,2.000-20.000-128,-2.000 0.000-161,-40.000 19.000-511,1.000-19.000-802,-20.000-19.000-1537,-20.000-1.000-9415</inkml:trace>
  <inkml:trace contextRef="#ctx0" brushRef="#br0">9905.000 7769.000 10025,'59.000'-59.000'1922,"-19.000"39.000"-289,-21.000 0.000-480,-19.000 0.000-224,20.000 20.000-64,-40.000 0.000-480,1.000 20.000-321,-21.000 0.000 32,0.000 0.000 0,-39.000 39.000 0,0.000-19.000-64,0.000 19.000 0,-1.000 1.000 0,-19.000-20.000 0,19.000 20.000-32,21.000-1.000 0,-20.000-19.000-96,38.000 0.000-192,1.000 0.000-513,21.000-21.000-448,-1.000-19.000-1090,20.000 20.000-3490</inkml:trace>
  <inkml:trace contextRef="#ctx0" brushRef="#br0">9547.000 7868.000 9545,'-79.000'40.000'-385,"39.000"-40.000"257,-19.000 40.000 128,-2.000-20.000 160,2.000 20.000 257,0.000-1.000 447,-1.000 1.000 97,40.000 0.000 64,1.000 0.000-224,19.000-21.000-224,19.000 2.000 223,1.000-2.000-95,40.000 1.000-225,-21.000 0.000-95,22.000-20.000-33,18.000 0.000-160,-20.000 0.000 129,21.000-20.000-161,-1.000 20.000-64,-20.000-20.000-64,20.000 20.000-224,-18.000-19.000-1089,-41.000 19.000-3076</inkml:trace>
  <inkml:trace contextRef="#ctx0" brushRef="#br0">1070.000 7987.000 13100,'-39.000'-19.000'160,"19.000"-1.000"96,0.000 20.000-320,20.000 0.000 128,20.000 0.000 225,0.000 0.000 351,19.000 20.000 1,1.000-1.000-129,19.000 22.000-31,1.000-2.000-65,19.000 1.000-96,1.000 0.000 33,19.000 20.000-161,-19.000-21.000-96,20.000 1.000-32,-21.000 0.000-32,0.000-21.000-32,-20.000 1.000 0,-19.000 1.000-32,0.000-2.000-544,-21.000 1.000-642,1.000 0.000-928,-20.000-20.000-1569,0.000 19.000-6149</inkml:trace>
  <inkml:trace contextRef="#ctx0" brushRef="#br0">1448.000 8464.000 12651,'0.000'41.000'-448,"0.000"-41.000"512,20.000 0.000 160,-1.000 19.000 1,1.000-19.000 63,20.000 0.000 96,-1.000 20.000 1,21.000 0.000-65,20.000-20.000-224,-22.000 20.000 0,23.000 0.000 160,-22.000-20.000 449,-19.000 19.000 416,19.000-19.000 96,-18.000-19.000-96,-3.000-21.000 0,3.000 0.000-416,-1.000-20.000-96,-1.000-18.000-33,-19.000 18.000-128,0.000 0.000-95,0.000 20.000-321,-20.000 0.000-352,0.000 21.000-417,0.000 19.000-1057,0.000 0.000-1921,0.000 0.000-6951</inkml:trace>
  <inkml:trace contextRef="#ctx0" brushRef="#br0">15344.000 14069.000 3939,'-20.000'19.000'641,"20.000"1.000"-97,0.000-20.000 65,-19.000 0.000-385,19.000 0.000 161,0.000 0.000-1,0.000 0.000-128,0.000 0.000 0,0.000-20.000 161,0.000 20.000-161,-20.000 0.000-128,20.000 0.000-160,0.000 0.000 32,-20.000 0.000 192,20.000-19.000 289,0.000 19.000 63,-21.000 0.000 1,21.000 0.000-129,0.000 0.000-31,0.000 0.000 31,0.000 0.000-224,0.000 0.000-128,0.000 0.000 64,0.000 0.000-32,21.000 0.000 65,-21.000 0.000 63,20.000 0.000-32,-20.000 0.000 32,20.000 0.000 32,-1.000 0.000-160,1.000 0.000 65,0.000 0.000-33,20.000 0.000-32,-21.000 0.000 32,21.000 0.000 0,0.000 0.000-96,-1.000 0.000-32,1.000-20.000 0,-1.000 20.000 0,22.000 0.000 32,-23.000 0.000-64,23.000 0.000 64,-22.000 0.000 32,1.000 0.000-64,19.000 0.000 96,1.000 0.000-32,-21.000-20.000 32,22.000 20.000-64,-3.000 0.000 65,-17.000 0.000 31,18.000 0.000 32,-19.000 0.000-64,0.000 0.000-64,19.000 0.000 0,-18.000 0.000 0,-3.000 0.000 0,23.000-20.000 32,-22.000 20.000-96,1.000 0.000 96,19.000 0.000-64,-19.000-20.000 0,19.000 20.000 0,1.000 0.000 0,-21.000 0.000 0,22.000 0.000 0,-23.000 20.000 32,23.000-20.000 32,-2.000 0.000-32,-19.000 0.000 0,19.000 0.000 96,-19.000 0.000-128,19.000 0.000 0,-18.000 0.000 0,-3.000 0.000 32,23.000 0.000-64,-22.000 0.000 64,21.000 0.000-32,-21.000 0.000 32,21.000 0.000-32,-1.000 0.000 32,-19.000 0.000 161,19.000 0.000-65,2.000 20.000-32,18.000-20.000-32,-20.000 0.000-96,1.000 0.000 128,-1.000 0.000-160,2.000 0.000 128,18.000 0.000-128,-20.000 0.000 128,1.000 0.000-32,19.000 0.000-32,-20.000 0.000 0,20.000-20.000 32,2.000 20.000 32,-2.000 0.000 32,0.000 0.000-32,0.000 0.000-64,2.000 0.000 32,-2.000-20.000-32,0.000 20.000 0,0.000 0.000 0,-19.000 0.000 32,19.000 0.000-32,0.000-20.000 32,0.000 20.000-32,2.000 0.000 32,-2.000 0.000 64,-20.000-20.000-31,20.000 20.000-97,2.000 0.000 64,-2.000 0.000-64,0.000 0.000 32,-20.000 0.000-33,21.000 0.000-63,-21.000 0.000 0,2.000 0.000 64,18.000 0.000-64,-20.000 0.000 64,1.000 0.000 0,-1.000 20.000 64,0.000-20.000-64,1.000 0.000 64,-1.000 0.000-64,2.000 0.000 32,-2.000 0.000 0,20.000 0.000-96,-19.000 0.000 64,-1.000 0.000-64,2.000 0.000 128,-2.000 0.000-32,0.000 0.000 64,1.000 0.000-128,-1.000 20.000 160,20.000-20.000-192,-19.000 0.000 192,19.000 0.000-128,-20.000 0.000 64,2.000 0.000-64,18.000 0.000 64,-20.000 0.000-32,21.000 0.000 96,-21.000 0.000 96,20.000 20.000 65,2.000-20.000-33,-2.000 0.000-32,0.000 0.000-32,0.000-20.000-128,-18.000 20.000-32,-2.000 0.000 0,0.000 0.000 0,-19.000-20.000-64,-20.000 20.000-96,19.000 0.000-224,-39.000 0.000-705,20.000 0.000-1474,-20.000 0.000-4676</inkml:trace>
</inkml:ink>
</file>

<file path=ppt/ink/ink13.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09-23T01:16:34"/>
    </inkml:context>
    <inkml:brush xml:id="br0">
      <inkml:brushProperty name="width" value="0.05292" units="cm"/>
      <inkml:brushProperty name="height" value="0.05292" units="cm"/>
      <inkml:brushProperty name="color" value="#ff0000"/>
    </inkml:brush>
  </inkml:definitions>
  <inkml:trace contextRef="#ctx0" brushRef="#br0">5915.000 6160.000 4099,'0.000'0.000'1826,"-21.000"0.000"-32,21.000 0.000 224,0.000-20.000-193,0.000 20.000-447,0.000 0.000-674,21.000-20.000-223,-1.000 20.000 63,18.000 0.000-31,23.000 0.000-1,-2.000 0.000-95,20.000 0.000 31,20.000-20.000-63,0.000 20.000-33,21.000 0.000 0,-1.000 0.000 97,0.000 0.000-161,1.000 0.000-64,-2.000 0.000-64,1.000-20.000-64,-20.000 20.000-96,-18.000 0.000-96,-22.000 0.000-192,-19.000-20.000-321,-21.000 20.000-1024,1.000 0.000-1987,-20.000 0.000-6629</inkml:trace>
</inkml:ink>
</file>

<file path=ppt/ink/ink14.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09-23T01:19:10"/>
    </inkml:context>
    <inkml:context xml:id="ctx1">
      <inkml:inkSource xml:id="inkSrc0">
        <inkml:traceFormat>
          <inkml:channel name="X" type="integer" max="2560" units="cm"/>
          <inkml:channel name="Y" type="integer" max="720" units="cm"/>
        </inkml:traceFormat>
        <inkml:channelProperties>
          <inkml:channelProperty channel="X" name="resolution" value="56.63717" units="1/cm"/>
          <inkml:channelProperty channel="Y" name="resolution" value="28.34646" units="1/cm"/>
        </inkml:channelProperties>
      </inkml:inkSource>
      <inkml:timestamp xml:id="ts0" timeString="2011-09-23T01:20:45"/>
    </inkml:context>
    <inkml:brush xml:id="br0">
      <inkml:brushProperty name="width" value="0.05292" units="cm"/>
      <inkml:brushProperty name="height" value="0.05292" units="cm"/>
      <inkml:brushProperty name="color" value="#ff0000"/>
    </inkml:brush>
  </inkml:definitions>
  <inkml:trace contextRef="#ctx0" brushRef="#br0">10659.000 6140.000 4996,'-21.000'0.000'-128,"21.000"0.000"512,0.000 0.000 609,0.000 0.000 769,0.000 0.000-417,0.000 0.000-288,21.000 0.000-320,-1.000-20.000 0,20.000 20.000-129,-21.000 0.000-351,21.000 0.000-65,0.000-20.000 0,19.000 20.000-32,-19.000 0.000-64,19.000 0.000 32,20.000 0.000-64,21.000 0.000 0,-1.000 0.000-32,0.000 0.000-32,21.000-20.000 32,19.000 20.000 1,-1.000 0.000 31,22.000 0.000 96,18.000 0.000 64,20.000 0.000-32,-19.000 0.000-64,19.000 0.000 0,2.000 0.000-64,-1.000 0.000 0,-1.000 0.000-31,1.000 0.000-1,-21.000 0.000-32,0.000 20.000 32,0.000-20.000-32,-18.000 20.000 32,-2.000 0.000 0,-18.000-20.000 0,-21.000 0.000 32,0.000 0.000-32,-19.000 0.000 64,-21.000 0.000-64,-20.000-20.000 32,-19.000 20.000-160,-1.000 0.000-256,-19.000 0.000-898,0.000-20.000-2465</inkml:trace>
  <inkml:trace contextRef="#ctx0" brushRef="#br0">7642.000 6200.000 3971,'0.000'0.000'128,"20.000"0.000"-256,19.000 0.000 417,1.000 0.000 479,39.000 0.000 33,0.000 0.000 416,20.000-21.000 64,21.000 21.000 65,-1.000-19.000-193,0.000 19.000-320,19.000-20.000-385,2.000 20.000-256,-1.000-20.000-64,-1.000 20.000-96,2.000 0.000-64,-21.000 0.000-96,1.000 0.000 32,-3.000 0.000 96,-36.000 0.000-32,-22.000 0.000-256,1.000 0.000-769,-41.000 20.000-993,1.000-20.000-2146</inkml:trace>
  <inkml:trace contextRef="#ctx0" brushRef="#br0">7998.000 7510.000 3459,'0.000'0.000'192,"0.000"0.000"0,0.000 0.000 193,20.000-19.000 415,1.000 19.000-95,-1.000 0.000-289,0.000 0.000-95,-2.000 0.000-225,3.000 0.000 64,19.000 0.000 256,-20.000 0.000-95,39.000 0.000-33,-19.000 0.000-96,19.000 0.000 64,20.000 19.000-64,0.000-19.000 97,2.000 0.000-1,38.000 0.000 0,-1.000 0.000 129,22.000 0.000 127,18.000 0.000-127,1.000 0.000-33,20.000 0.000 0,-20.000 20.000-95,0.000-20.000-97,19.000 0.000-128,-18.000 21.000 0,18.000-21.000-32,0.000 19.000-32,21.000-19.000 0,-21.000 0.000 32,2.000 0.000-64,-22.000 0.000 32,-19.000 0.000 0,-19.000 0.000 0,-41.000 0.000-288,0.000 0.000-417,-39.000 0.000-1377,-1.000 0.000-2819</inkml:trace>
  <inkml:trace contextRef="#ctx0" brushRef="#br0">17032.000 10393.000 3683,'0.000'0.000'416,"0.000"0.000"161,0.000 0.000 1377,0.000 0.000 160,0.000 0.000-1025,0.000 0.000-288,19.000 0.000-65,-19.000 0.000-159,20.000 0.000-65,-20.000 0.000-191,20.000 0.000-161,0.000 0.000-160,0.000 0.000 64,-1.000 0.000-64,21.000 0.000 32,0.000 0.000 0,-1.000 19.000 0,2.000-19.000-32,17.000 0.000 0,-17.000 0.000 0,18.000 20.000 64,20.000-20.000-96,-19.000 0.000 64,19.000 0.000-32,-20.000 0.000-32,22.000 20.000-96,-22.000-20.000 64,20.000 0.000-32,1.000 0.000 0,-21.000 0.000 64,20.000 0.000 32,0.000 20.000 0,2.000-20.000 0,-2.000 0.000 0,20.000 0.000 0,-20.000 0.000 0,21.000 20.000 0,-1.000-20.000 0,20.000 0.000 0,-20.000 19.000 0,21.000-19.000 0,-1.000 0.000 32,19.000 0.000-32,-18.000 0.000 32,39.000 0.000 0,-21.000 0.000 128,22.000 0.000-32,18.000-19.000 64,-20.000 19.000-192,-18.000-20.000 32,-1.000 20.000-32,-1.000 0.000 32,2.000-20.000-32,-21.000 20.000 0,19.000 0.000 32,-18.000 0.000-64,19.000-20.000 0,-19.000 20.000-32,-3.000 0.000 0,-17.000-20.000 64,19.000 20.000 0,-38.000-19.000 0,-2.000 19.000-32,0.000 0.000-192,-39.000-21.000-289,-21.000 21.000-608,-19.000 0.000-1313,-19.000-19.000-4965</inkml:trace>
  <inkml:trace contextRef="#ctx0" brushRef="#br0">19573.000 11366.000 1921,'-20.000'0.000'1057,"0.000"0.000"993,20.000 0.000-352,0.000 0.000-161,0.000 0.000-127,0.000 0.000-1,0.000 0.000-352,0.000 0.000-448,0.000 0.000-161,20.000 0.000 257,19.000 0.000-65,1.000 0.000-191,19.000 0.000-33,21.000 0.000 65,20.000 0.000 31,18.000 20.000-128,21.000-20.000 1,21.000 0.000-161,-2.000 0.000-64,20.000 0.000-64,0.000 0.000 0,2.000 0.000-96,-22.000 0.000 96,2.000 0.000-32,-42.000 20.000-32,1.000-20.000-64,-19.000 0.000 32,-40.000 19.000-64,-1.000-19.000-160,-39.000 0.000-192,0.000 0.000-353,-20.000 0.000-768,0.000 0.000-930,-20.000 0.000-1889</inkml:trace>
  <inkml:trace contextRef="#ctx1" brushRef="#br0">16847.000 9922.000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608008F-8C0F-4F63-86DC-E7B67385E4BD}" type="datetimeFigureOut">
              <a:rPr lang="en-US" smtClean="0"/>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FF38DAD-5F37-4EA5-A798-26ED1E453939}"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FF38DAD-5F37-4EA5-A798-26ED1E453939}"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FF38DAD-5F37-4EA5-A798-26ED1E453939}"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p:spPr>
        <p:txBody>
          <a:bodyPr/>
          <a:lstStyle/>
          <a:p>
            <a:fld id="{2EF69363-EF2D-4215-8F35-DDC6AC7B5087}" type="slidenum">
              <a:rPr lang="en-US" smtClean="0">
                <a:latin typeface="Arial" panose="020B0604020202090204" pitchFamily="34" charset="0"/>
              </a:rPr>
            </a:fld>
            <a:endParaRPr lang="en-US" smtClean="0">
              <a:latin typeface="Arial" panose="020B0604020202090204" pitchFamily="34" charset="0"/>
            </a:endParaRPr>
          </a:p>
        </p:txBody>
      </p:sp>
      <p:sp>
        <p:nvSpPr>
          <p:cNvPr id="140291" name="Rectangle 2"/>
          <p:cNvSpPr>
            <a:spLocks noGrp="1" noRot="1" noChangeAspect="1" noChangeArrowheads="1" noTextEdit="1"/>
          </p:cNvSpPr>
          <p:nvPr>
            <p:ph type="sldImg"/>
          </p:nvPr>
        </p:nvSpPr>
        <p:spPr/>
      </p:sp>
      <p:sp>
        <p:nvSpPr>
          <p:cNvPr id="140292" name="Rectangle 3"/>
          <p:cNvSpPr>
            <a:spLocks noGrp="1" noChangeArrowheads="1"/>
          </p:cNvSpPr>
          <p:nvPr>
            <p:ph type="body" idx="1"/>
          </p:nvPr>
        </p:nvSpPr>
        <p:spPr>
          <a:noFill/>
        </p:spPr>
        <p:txBody>
          <a:bodyPr/>
          <a:lstStyle/>
          <a:p>
            <a:pPr eaLnBrk="1" hangingPunct="1"/>
            <a:endParaRPr lang="en-US" smtClean="0">
              <a:latin typeface="Arial" panose="020B060402020209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FF38DAD-5F37-4EA5-A798-26ED1E453939}" type="slidenum">
              <a:rPr lang="en-US" smtClean="0">
                <a:solidFill>
                  <a:prstClr val="black"/>
                </a:solidFill>
              </a:rPr>
            </a:fld>
            <a:endParaRPr lang="en-US">
              <a:solidFill>
                <a:prstClr val="black"/>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FF38DAD-5F37-4EA5-A798-26ED1E453939}"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FF38DAD-5F37-4EA5-A798-26ED1E453939}" type="slidenum">
              <a:rPr lang="en-US" smtClean="0">
                <a:solidFill>
                  <a:prstClr val="black"/>
                </a:solidFill>
              </a:rPr>
            </a:fld>
            <a:endParaRPr lang="en-US">
              <a:solidFill>
                <a:prstClr val="black"/>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FF38DAD-5F37-4EA5-A798-26ED1E453939}"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p:spPr>
        <p:txBody>
          <a:bodyPr/>
          <a:lstStyle/>
          <a:p>
            <a:fld id="{F5C7EC7E-4B9C-49BA-A95A-6642C4E1A1DF}" type="slidenum">
              <a:rPr lang="en-US" smtClean="0">
                <a:latin typeface="Arial" panose="020B0604020202090204" pitchFamily="34" charset="0"/>
              </a:rPr>
            </a:fld>
            <a:endParaRPr lang="en-US" smtClean="0">
              <a:latin typeface="Arial" panose="020B0604020202090204" pitchFamily="34" charset="0"/>
            </a:endParaRPr>
          </a:p>
        </p:txBody>
      </p:sp>
      <p:sp>
        <p:nvSpPr>
          <p:cNvPr id="145411" name="Rectangle 2"/>
          <p:cNvSpPr>
            <a:spLocks noGrp="1" noRot="1" noChangeAspect="1" noChangeArrowheads="1" noTextEdit="1"/>
          </p:cNvSpPr>
          <p:nvPr>
            <p:ph type="sldImg"/>
          </p:nvPr>
        </p:nvSpPr>
        <p:spPr/>
      </p:sp>
      <p:sp>
        <p:nvSpPr>
          <p:cNvPr id="145412" name="Rectangle 3"/>
          <p:cNvSpPr>
            <a:spLocks noGrp="1" noChangeArrowheads="1"/>
          </p:cNvSpPr>
          <p:nvPr>
            <p:ph type="body" idx="1"/>
          </p:nvPr>
        </p:nvSpPr>
        <p:spPr>
          <a:noFill/>
        </p:spPr>
        <p:txBody>
          <a:bodyPr/>
          <a:lstStyle/>
          <a:p>
            <a:pPr eaLnBrk="1" hangingPunct="1"/>
            <a:endParaRPr lang="en-US" smtClean="0">
              <a:latin typeface="Arial" panose="020B060402020209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p:spPr>
        <p:txBody>
          <a:bodyPr/>
          <a:lstStyle/>
          <a:p>
            <a:fld id="{F5C7EC7E-4B9C-49BA-A95A-6642C4E1A1DF}" type="slidenum">
              <a:rPr lang="en-US" smtClean="0">
                <a:latin typeface="Arial" panose="020B0604020202090204" pitchFamily="34" charset="0"/>
              </a:rPr>
            </a:fld>
            <a:endParaRPr lang="en-US" smtClean="0">
              <a:latin typeface="Arial" panose="020B0604020202090204" pitchFamily="34" charset="0"/>
            </a:endParaRPr>
          </a:p>
        </p:txBody>
      </p:sp>
      <p:sp>
        <p:nvSpPr>
          <p:cNvPr id="145411" name="Rectangle 2"/>
          <p:cNvSpPr>
            <a:spLocks noGrp="1" noRot="1" noChangeAspect="1" noChangeArrowheads="1" noTextEdit="1"/>
          </p:cNvSpPr>
          <p:nvPr>
            <p:ph type="sldImg"/>
          </p:nvPr>
        </p:nvSpPr>
        <p:spPr/>
      </p:sp>
      <p:sp>
        <p:nvSpPr>
          <p:cNvPr id="145412" name="Rectangle 3"/>
          <p:cNvSpPr>
            <a:spLocks noGrp="1" noChangeArrowheads="1"/>
          </p:cNvSpPr>
          <p:nvPr>
            <p:ph type="body" idx="1"/>
          </p:nvPr>
        </p:nvSpPr>
        <p:spPr>
          <a:noFill/>
        </p:spPr>
        <p:txBody>
          <a:bodyPr/>
          <a:lstStyle/>
          <a:p>
            <a:pPr eaLnBrk="1" hangingPunct="1"/>
            <a:endParaRPr lang="en-US" smtClean="0">
              <a:latin typeface="Arial" panose="020B060402020209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p:spPr>
        <p:txBody>
          <a:bodyPr/>
          <a:lstStyle/>
          <a:p>
            <a:fld id="{69292E6E-88C1-4F38-9B6A-5AA5D4827F54}" type="slidenum">
              <a:rPr lang="en-US" smtClean="0">
                <a:latin typeface="Arial" panose="020B0604020202090204" pitchFamily="34" charset="0"/>
              </a:rPr>
            </a:fld>
            <a:endParaRPr lang="en-US" smtClean="0">
              <a:latin typeface="Arial" panose="020B0604020202090204" pitchFamily="34" charset="0"/>
            </a:endParaRPr>
          </a:p>
        </p:txBody>
      </p:sp>
      <p:sp>
        <p:nvSpPr>
          <p:cNvPr id="152579" name="Rectangle 2"/>
          <p:cNvSpPr>
            <a:spLocks noGrp="1" noRot="1" noChangeAspect="1" noChangeArrowheads="1" noTextEdit="1"/>
          </p:cNvSpPr>
          <p:nvPr>
            <p:ph type="sldImg"/>
          </p:nvPr>
        </p:nvSpPr>
        <p:spPr/>
      </p:sp>
      <p:sp>
        <p:nvSpPr>
          <p:cNvPr id="152580" name="Rectangle 3"/>
          <p:cNvSpPr>
            <a:spLocks noGrp="1" noChangeArrowheads="1"/>
          </p:cNvSpPr>
          <p:nvPr>
            <p:ph type="body" idx="1"/>
          </p:nvPr>
        </p:nvSpPr>
        <p:spPr>
          <a:noFill/>
        </p:spPr>
        <p:txBody>
          <a:bodyPr/>
          <a:lstStyle/>
          <a:p>
            <a:pPr eaLnBrk="1" hangingPunct="1"/>
            <a:endParaRPr lang="en-US" smtClean="0">
              <a:latin typeface="Arial" panose="020B060402020209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p:spPr>
        <p:txBody>
          <a:bodyPr/>
          <a:lstStyle/>
          <a:p>
            <a:fld id="{69292E6E-88C1-4F38-9B6A-5AA5D4827F54}" type="slidenum">
              <a:rPr lang="en-US" smtClean="0">
                <a:latin typeface="Arial" panose="020B0604020202090204" pitchFamily="34" charset="0"/>
              </a:rPr>
            </a:fld>
            <a:endParaRPr lang="en-US" smtClean="0">
              <a:latin typeface="Arial" panose="020B0604020202090204" pitchFamily="34" charset="0"/>
            </a:endParaRPr>
          </a:p>
        </p:txBody>
      </p:sp>
      <p:sp>
        <p:nvSpPr>
          <p:cNvPr id="152579" name="Rectangle 2"/>
          <p:cNvSpPr>
            <a:spLocks noGrp="1" noRot="1" noChangeAspect="1" noChangeArrowheads="1" noTextEdit="1"/>
          </p:cNvSpPr>
          <p:nvPr>
            <p:ph type="sldImg"/>
          </p:nvPr>
        </p:nvSpPr>
        <p:spPr/>
      </p:sp>
      <p:sp>
        <p:nvSpPr>
          <p:cNvPr id="152580" name="Rectangle 3"/>
          <p:cNvSpPr>
            <a:spLocks noGrp="1" noChangeArrowheads="1"/>
          </p:cNvSpPr>
          <p:nvPr>
            <p:ph type="body" idx="1"/>
          </p:nvPr>
        </p:nvSpPr>
        <p:spPr>
          <a:noFill/>
        </p:spPr>
        <p:txBody>
          <a:bodyPr/>
          <a:lstStyle/>
          <a:p>
            <a:pPr eaLnBrk="1" hangingPunct="1"/>
            <a:endParaRPr lang="en-US" smtClean="0">
              <a:latin typeface="Arial" panose="020B060402020209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p:spPr>
        <p:txBody>
          <a:bodyPr/>
          <a:lstStyle/>
          <a:p>
            <a:fld id="{5FBE74D1-C910-4D23-AA54-94EDED9843DB}" type="slidenum">
              <a:rPr lang="en-US" smtClean="0">
                <a:latin typeface="Arial" panose="020B0604020202090204" pitchFamily="34" charset="0"/>
              </a:rPr>
            </a:fld>
            <a:endParaRPr lang="en-US" smtClean="0">
              <a:latin typeface="Arial" panose="020B0604020202090204" pitchFamily="34" charset="0"/>
            </a:endParaRPr>
          </a:p>
        </p:txBody>
      </p:sp>
      <p:sp>
        <p:nvSpPr>
          <p:cNvPr id="159747" name="Rectangle 2"/>
          <p:cNvSpPr>
            <a:spLocks noGrp="1" noRot="1" noChangeAspect="1" noChangeArrowheads="1" noTextEdit="1"/>
          </p:cNvSpPr>
          <p:nvPr>
            <p:ph type="sldImg"/>
          </p:nvPr>
        </p:nvSpPr>
        <p:spPr/>
      </p:sp>
      <p:sp>
        <p:nvSpPr>
          <p:cNvPr id="159748" name="Rectangle 3"/>
          <p:cNvSpPr>
            <a:spLocks noGrp="1" noChangeArrowheads="1"/>
          </p:cNvSpPr>
          <p:nvPr>
            <p:ph type="body" idx="1"/>
          </p:nvPr>
        </p:nvSpPr>
        <p:spPr>
          <a:noFill/>
        </p:spPr>
        <p:txBody>
          <a:bodyPr/>
          <a:lstStyle/>
          <a:p>
            <a:pPr eaLnBrk="1" hangingPunct="1">
              <a:lnSpc>
                <a:spcPct val="80000"/>
              </a:lnSpc>
            </a:pPr>
            <a:r>
              <a:rPr lang="en-US" sz="800" smtClean="0">
                <a:latin typeface="Arial" panose="020B0604020202090204" pitchFamily="34" charset="0"/>
              </a:rPr>
              <a:t>Astronomical data analysis image obtained from NASA website.</a:t>
            </a:r>
            <a:endParaRPr lang="en-US" sz="800" smtClean="0">
              <a:latin typeface="Arial" panose="020B0604020202090204" pitchFamily="34" charset="0"/>
            </a:endParaRPr>
          </a:p>
          <a:p>
            <a:pPr eaLnBrk="1" hangingPunct="1">
              <a:lnSpc>
                <a:spcPct val="80000"/>
              </a:lnSpc>
            </a:pPr>
            <a:endParaRPr lang="en-US" sz="800" smtClean="0">
              <a:latin typeface="Arial" panose="020B0604020202090204" pitchFamily="34" charset="0"/>
            </a:endParaRPr>
          </a:p>
          <a:p>
            <a:pPr eaLnBrk="1" hangingPunct="1">
              <a:lnSpc>
                <a:spcPct val="80000"/>
              </a:lnSpc>
            </a:pPr>
            <a:r>
              <a:rPr lang="en-US" sz="800" smtClean="0">
                <a:latin typeface="Arial" panose="020B0604020202090204" pitchFamily="34" charset="0"/>
              </a:rPr>
              <a:t>http://www.nasa.gov/multimedia/imagegallery/image_feature_874.html</a:t>
            </a:r>
            <a:endParaRPr lang="en-US" sz="800" smtClean="0">
              <a:latin typeface="Arial" panose="020B0604020202090204" pitchFamily="34" charset="0"/>
            </a:endParaRPr>
          </a:p>
          <a:p>
            <a:pPr eaLnBrk="1" hangingPunct="1">
              <a:lnSpc>
                <a:spcPct val="80000"/>
              </a:lnSpc>
            </a:pPr>
            <a:endParaRPr lang="en-US" sz="800" smtClean="0">
              <a:latin typeface="Arial" panose="020B0604020202090204" pitchFamily="34" charset="0"/>
            </a:endParaRPr>
          </a:p>
          <a:p>
            <a:pPr eaLnBrk="1" hangingPunct="1">
              <a:lnSpc>
                <a:spcPct val="80000"/>
              </a:lnSpc>
            </a:pPr>
            <a:r>
              <a:rPr lang="en-US" sz="800" smtClean="0">
                <a:latin typeface="Arial" panose="020B0604020202090204" pitchFamily="34" charset="0"/>
              </a:rPr>
              <a:t>RCW 79 is seen in the southern Milky Way, 17,200 light-years from Earth in the constellation Centaurus. The bubble is 70-light years in diameter, and probably took about one million years to form from the radiation and winds of hot young stars.</a:t>
            </a:r>
            <a:br>
              <a:rPr lang="en-US" sz="800" smtClean="0">
                <a:latin typeface="Arial" panose="020B0604020202090204" pitchFamily="34" charset="0"/>
              </a:rPr>
            </a:br>
            <a:br>
              <a:rPr lang="en-US" sz="800" smtClean="0">
                <a:latin typeface="Arial" panose="020B0604020202090204" pitchFamily="34" charset="0"/>
              </a:rPr>
            </a:br>
            <a:r>
              <a:rPr lang="en-US" sz="800" smtClean="0">
                <a:latin typeface="Arial" panose="020B0604020202090204" pitchFamily="34" charset="0"/>
              </a:rPr>
              <a:t>The balloon of gas and dust is an example of stimulated star formation. Such stars are born when the hot bubble expands into the interstellar gas and dust around it. RCW 79 has spawned at least two groups of new stars along the edge of the large bubble. Some are visible inside the small bubble in the lower left corner. Another group of baby stars appears near the opening at the top.</a:t>
            </a:r>
            <a:br>
              <a:rPr lang="en-US" sz="800" smtClean="0">
                <a:latin typeface="Arial" panose="020B0604020202090204" pitchFamily="34" charset="0"/>
              </a:rPr>
            </a:br>
            <a:br>
              <a:rPr lang="en-US" sz="800" smtClean="0">
                <a:latin typeface="Arial" panose="020B0604020202090204" pitchFamily="34" charset="0"/>
              </a:rPr>
            </a:br>
            <a:r>
              <a:rPr lang="en-US" sz="800" smtClean="0">
                <a:latin typeface="Arial" panose="020B0604020202090204" pitchFamily="34" charset="0"/>
              </a:rPr>
              <a:t>NASA's Spitzer Space Telescope easily detects infrared light from the dust particles in RCW 79. The young stars within RCW79 radiate ultraviolet light that excites molecules of dust within the bubble. This causes the dust grains to emit infrared light that is detected by Spitzer and seen here as the extended red features. </a:t>
            </a:r>
            <a:br>
              <a:rPr lang="en-US" sz="800" smtClean="0">
                <a:latin typeface="Arial" panose="020B0604020202090204" pitchFamily="34" charset="0"/>
              </a:rPr>
            </a:br>
            <a:br>
              <a:rPr lang="en-US" sz="800" smtClean="0">
                <a:latin typeface="Arial" panose="020B0604020202090204" pitchFamily="34" charset="0"/>
              </a:rPr>
            </a:br>
            <a:r>
              <a:rPr lang="en-US" sz="800" i="1" smtClean="0">
                <a:latin typeface="Arial" panose="020B0604020202090204" pitchFamily="34" charset="0"/>
              </a:rPr>
              <a:t>Image credit: NASA/JPL-Caltech/E. Churchwell (Univ. of Wisconsin, Madison)</a:t>
            </a:r>
            <a:r>
              <a:rPr lang="en-US" sz="800" smtClean="0">
                <a:latin typeface="Arial" panose="020B0604020202090204" pitchFamily="34" charset="0"/>
              </a:rPr>
              <a:t> </a:t>
            </a:r>
            <a:endParaRPr lang="en-US" sz="800" smtClean="0">
              <a:latin typeface="Arial" panose="020B0604020202090204" pitchFamily="34" charset="0"/>
            </a:endParaRPr>
          </a:p>
          <a:p>
            <a:pPr eaLnBrk="1" hangingPunct="1">
              <a:lnSpc>
                <a:spcPct val="80000"/>
              </a:lnSpc>
            </a:pPr>
            <a:endParaRPr lang="en-US" sz="800" smtClean="0">
              <a:latin typeface="Arial" panose="020B0604020202090204" pitchFamily="34" charset="0"/>
            </a:endParaRPr>
          </a:p>
          <a:p>
            <a:pPr eaLnBrk="1" hangingPunct="1">
              <a:lnSpc>
                <a:spcPct val="80000"/>
              </a:lnSpc>
            </a:pPr>
            <a:r>
              <a:rPr lang="en-US" sz="800" smtClean="0">
                <a:latin typeface="Arial" panose="020B0604020202090204" pitchFamily="34" charset="0"/>
              </a:rPr>
              <a:t>--------------------</a:t>
            </a:r>
            <a:endParaRPr lang="en-US" sz="800" smtClean="0">
              <a:latin typeface="Arial" panose="020B0604020202090204" pitchFamily="34" charset="0"/>
            </a:endParaRPr>
          </a:p>
          <a:p>
            <a:pPr eaLnBrk="1" hangingPunct="1">
              <a:lnSpc>
                <a:spcPct val="80000"/>
              </a:lnSpc>
            </a:pPr>
            <a:endParaRPr lang="en-US" sz="800" smtClean="0">
              <a:latin typeface="Arial" panose="020B0604020202090204" pitchFamily="34" charset="0"/>
            </a:endParaRPr>
          </a:p>
          <a:p>
            <a:pPr eaLnBrk="1" hangingPunct="1">
              <a:lnSpc>
                <a:spcPct val="80000"/>
              </a:lnSpc>
            </a:pPr>
            <a:r>
              <a:rPr lang="en-US" sz="800" smtClean="0">
                <a:latin typeface="Arial" panose="020B0604020202090204" pitchFamily="34" charset="0"/>
              </a:rPr>
              <a:t>From NASA use guidelines:</a:t>
            </a:r>
            <a:endParaRPr lang="en-US" sz="800" smtClean="0">
              <a:latin typeface="Arial" panose="020B0604020202090204" pitchFamily="34" charset="0"/>
            </a:endParaRPr>
          </a:p>
          <a:p>
            <a:pPr eaLnBrk="1" hangingPunct="1">
              <a:lnSpc>
                <a:spcPct val="80000"/>
              </a:lnSpc>
            </a:pPr>
            <a:endParaRPr lang="en-US" sz="800" smtClean="0">
              <a:latin typeface="Arial" panose="020B0604020202090204" pitchFamily="34" charset="0"/>
            </a:endParaRPr>
          </a:p>
          <a:p>
            <a:pPr eaLnBrk="1" hangingPunct="1">
              <a:lnSpc>
                <a:spcPct val="80000"/>
              </a:lnSpc>
            </a:pPr>
            <a:r>
              <a:rPr lang="en-US" sz="800" smtClean="0">
                <a:latin typeface="Arial" panose="020B0604020202090204" pitchFamily="34" charset="0"/>
              </a:rPr>
              <a:t>http://www.nasa.gov/multimedia/guidelines/index.html</a:t>
            </a:r>
            <a:endParaRPr lang="en-US" sz="800" smtClean="0">
              <a:latin typeface="Arial" panose="020B0604020202090204" pitchFamily="34" charset="0"/>
            </a:endParaRPr>
          </a:p>
          <a:p>
            <a:pPr eaLnBrk="1" hangingPunct="1">
              <a:lnSpc>
                <a:spcPct val="80000"/>
              </a:lnSpc>
            </a:pPr>
            <a:endParaRPr lang="en-US" sz="800" smtClean="0">
              <a:latin typeface="Arial" panose="020B0604020202090204" pitchFamily="34" charset="0"/>
            </a:endParaRPr>
          </a:p>
          <a:p>
            <a:pPr eaLnBrk="1" hangingPunct="1">
              <a:lnSpc>
                <a:spcPct val="80000"/>
              </a:lnSpc>
            </a:pPr>
            <a:r>
              <a:rPr lang="en-US" sz="800" smtClean="0">
                <a:latin typeface="Arial" panose="020B0604020202090204" pitchFamily="34" charset="0"/>
              </a:rPr>
              <a:t> Using NASA Imagery and Linking to NASA Web Sites</a:t>
            </a:r>
            <a:br>
              <a:rPr lang="en-US" sz="800" smtClean="0">
                <a:latin typeface="Arial" panose="020B0604020202090204" pitchFamily="34" charset="0"/>
              </a:rPr>
            </a:br>
            <a:br>
              <a:rPr lang="en-US" sz="800" smtClean="0">
                <a:latin typeface="Arial" panose="020B0604020202090204" pitchFamily="34" charset="0"/>
              </a:rPr>
            </a:br>
            <a:r>
              <a:rPr lang="en-US" sz="800" smtClean="0">
                <a:latin typeface="Arial" panose="020B0604020202090204" pitchFamily="34" charset="0"/>
              </a:rPr>
              <a:t>10.13.05 </a:t>
            </a:r>
            <a:br>
              <a:rPr lang="en-US" sz="800" smtClean="0">
                <a:latin typeface="Arial" panose="020B0604020202090204" pitchFamily="34" charset="0"/>
              </a:rPr>
            </a:br>
            <a:br>
              <a:rPr lang="en-US" sz="800" smtClean="0">
                <a:latin typeface="Arial" panose="020B0604020202090204" pitchFamily="34" charset="0"/>
              </a:rPr>
            </a:br>
            <a:r>
              <a:rPr lang="en-US" sz="800" b="1" smtClean="0">
                <a:latin typeface="Arial" panose="020B0604020202090204" pitchFamily="34" charset="0"/>
              </a:rPr>
              <a:t>Still Images, Audio Files and Video</a:t>
            </a:r>
            <a:r>
              <a:rPr lang="en-US" sz="800" smtClean="0">
                <a:latin typeface="Arial" panose="020B0604020202090204" pitchFamily="34" charset="0"/>
              </a:rPr>
              <a:t> </a:t>
            </a:r>
            <a:endParaRPr lang="en-US" sz="800" smtClean="0">
              <a:latin typeface="Arial" panose="020B0604020202090204" pitchFamily="34" charset="0"/>
            </a:endParaRPr>
          </a:p>
          <a:p>
            <a:pPr eaLnBrk="1" hangingPunct="1">
              <a:lnSpc>
                <a:spcPct val="80000"/>
              </a:lnSpc>
            </a:pPr>
            <a:r>
              <a:rPr lang="en-US" sz="800" smtClean="0">
                <a:latin typeface="Arial" panose="020B0604020202090204" pitchFamily="34" charset="0"/>
              </a:rPr>
              <a:t>NASA still images, audio files and video generally are not copyrighted. You may use NASA imagery, video and audio material for educational or informational purposes, including photo collections, textbooks, public exhibits and Internet Web pages. This general permission extends to personal Web pages. </a:t>
            </a:r>
            <a:endParaRPr lang="en-US" sz="800" smtClean="0">
              <a:latin typeface="Arial" panose="020B0604020202090204" pitchFamily="34" charset="0"/>
            </a:endParaRPr>
          </a:p>
          <a:p>
            <a:pPr eaLnBrk="1" hangingPunct="1">
              <a:lnSpc>
                <a:spcPct val="80000"/>
              </a:lnSpc>
            </a:pPr>
            <a:r>
              <a:rPr lang="en-US" sz="800" smtClean="0">
                <a:latin typeface="Arial" panose="020B0604020202090204" pitchFamily="34" charset="0"/>
              </a:rPr>
              <a:t>This general permission does not extend to use of the NASA insignia logo (the blue "meatball" insignia), the retired NASA logotype (the red "worm" logo) and the NASA seal. These images may not be used by persons who are not NASA employees or on products (including Web pages) that are not NASA sponsored.</a:t>
            </a:r>
            <a:endParaRPr lang="en-US" sz="800" smtClean="0">
              <a:latin typeface="Arial" panose="020B0604020202090204" pitchFamily="34" charset="0"/>
            </a:endParaRPr>
          </a:p>
          <a:p>
            <a:pPr eaLnBrk="1" hangingPunct="1">
              <a:lnSpc>
                <a:spcPct val="80000"/>
              </a:lnSpc>
            </a:pPr>
            <a:endParaRPr lang="en-US" sz="800" smtClean="0">
              <a:latin typeface="Arial" panose="020B0604020202090204" pitchFamily="34" charset="0"/>
            </a:endParaRPr>
          </a:p>
          <a:p>
            <a:pPr eaLnBrk="1" hangingPunct="1">
              <a:lnSpc>
                <a:spcPct val="80000"/>
              </a:lnSpc>
            </a:pPr>
            <a:r>
              <a:rPr lang="en-US" sz="800" smtClean="0">
                <a:latin typeface="Arial" panose="020B0604020202090204" pitchFamily="34" charset="0"/>
              </a:rPr>
              <a:t>If the NASA material is to be used for commercial purposes, especially including advertisements, it must not explicitly or implicitly convey NASA's endorsement of commercial goods or services. If a NASA image includes an identifiable person, using the image for commercial purposes may infringe that person's right of privacy or publicity, and permission should be obtained from the person. Any questions regarding application of any NASA image or emblem should be directed to:</a:t>
            </a:r>
            <a:endParaRPr lang="en-US" sz="800" smtClean="0">
              <a:latin typeface="Arial" panose="020B0604020202090204" pitchFamily="34" charset="0"/>
            </a:endParaRPr>
          </a:p>
          <a:p>
            <a:pPr eaLnBrk="1" hangingPunct="1">
              <a:lnSpc>
                <a:spcPct val="80000"/>
              </a:lnSpc>
            </a:pPr>
            <a:endParaRPr lang="en-US" sz="800" smtClean="0">
              <a:latin typeface="Arial" panose="020B0604020202090204" pitchFamily="34" charset="0"/>
            </a:endParaRPr>
          </a:p>
          <a:p>
            <a:pPr eaLnBrk="1" hangingPunct="1">
              <a:lnSpc>
                <a:spcPct val="80000"/>
              </a:lnSpc>
            </a:pPr>
            <a:r>
              <a:rPr lang="en-US" sz="800" smtClean="0">
                <a:latin typeface="Arial" panose="020B0604020202090204" pitchFamily="34" charset="0"/>
              </a:rPr>
              <a:t>Photo Department </a:t>
            </a:r>
            <a:br>
              <a:rPr lang="en-US" sz="800" smtClean="0">
                <a:latin typeface="Arial" panose="020B0604020202090204" pitchFamily="34" charset="0"/>
              </a:rPr>
            </a:br>
            <a:r>
              <a:rPr lang="en-US" sz="800" smtClean="0">
                <a:latin typeface="Arial" panose="020B0604020202090204" pitchFamily="34" charset="0"/>
              </a:rPr>
              <a:t>NASA Headquarters</a:t>
            </a:r>
            <a:br>
              <a:rPr lang="en-US" sz="800" smtClean="0">
                <a:latin typeface="Arial" panose="020B0604020202090204" pitchFamily="34" charset="0"/>
              </a:rPr>
            </a:br>
            <a:r>
              <a:rPr lang="en-US" sz="800" smtClean="0">
                <a:latin typeface="Arial" panose="020B0604020202090204" pitchFamily="34" charset="0"/>
              </a:rPr>
              <a:t>300 E St. SW</a:t>
            </a:r>
            <a:br>
              <a:rPr lang="en-US" sz="800" smtClean="0">
                <a:latin typeface="Arial" panose="020B0604020202090204" pitchFamily="34" charset="0"/>
              </a:rPr>
            </a:br>
            <a:r>
              <a:rPr lang="en-US" sz="800" smtClean="0">
                <a:latin typeface="Arial" panose="020B0604020202090204" pitchFamily="34" charset="0"/>
              </a:rPr>
              <a:t>Washington, DC 20546</a:t>
            </a:r>
            <a:br>
              <a:rPr lang="en-US" sz="800" smtClean="0">
                <a:latin typeface="Arial" panose="020B0604020202090204" pitchFamily="34" charset="0"/>
              </a:rPr>
            </a:br>
            <a:r>
              <a:rPr lang="en-US" sz="800" smtClean="0">
                <a:latin typeface="Arial" panose="020B0604020202090204" pitchFamily="34" charset="0"/>
              </a:rPr>
              <a:t>Tel: (202)358-1900</a:t>
            </a:r>
            <a:br>
              <a:rPr lang="en-US" sz="800" smtClean="0">
                <a:latin typeface="Arial" panose="020B0604020202090204" pitchFamily="34" charset="0"/>
              </a:rPr>
            </a:br>
            <a:r>
              <a:rPr lang="en-US" sz="800" smtClean="0">
                <a:latin typeface="Arial" panose="020B0604020202090204" pitchFamily="34" charset="0"/>
              </a:rPr>
              <a:t>Fax: (202)358-4333</a:t>
            </a:r>
            <a:br>
              <a:rPr lang="en-US" sz="800" smtClean="0">
                <a:latin typeface="Arial" panose="020B0604020202090204" pitchFamily="34" charset="0"/>
              </a:rPr>
            </a:br>
            <a:endParaRPr lang="en-US" sz="800" smtClean="0">
              <a:latin typeface="Arial" panose="020B0604020202090204" pitchFamily="34" charset="0"/>
            </a:endParaRPr>
          </a:p>
          <a:p>
            <a:pPr eaLnBrk="1" hangingPunct="1">
              <a:lnSpc>
                <a:spcPct val="80000"/>
              </a:lnSpc>
            </a:pPr>
            <a:r>
              <a:rPr lang="en-US" sz="800" b="1" smtClean="0">
                <a:latin typeface="Arial" panose="020B0604020202090204" pitchFamily="34" charset="0"/>
              </a:rPr>
              <a:t>Linking to NASA Web Sites</a:t>
            </a:r>
            <a:endParaRPr lang="en-US" sz="800" smtClean="0">
              <a:latin typeface="Arial" panose="020B0604020202090204" pitchFamily="34" charset="0"/>
            </a:endParaRPr>
          </a:p>
          <a:p>
            <a:pPr eaLnBrk="1" hangingPunct="1">
              <a:lnSpc>
                <a:spcPct val="80000"/>
              </a:lnSpc>
            </a:pPr>
            <a:r>
              <a:rPr lang="en-US" sz="800" smtClean="0">
                <a:latin typeface="Arial" panose="020B0604020202090204" pitchFamily="34" charset="0"/>
              </a:rPr>
              <a:t>NASA Web sites are not copyrighted, and may be linked to from other Web sites, including individuals' personal Web sites, without explicit permission from NASA. However, such links may not explicitly or implicitly convey NASA's endorsement of commercial goods or services.</a:t>
            </a:r>
            <a:endParaRPr lang="en-US" sz="800" smtClean="0">
              <a:latin typeface="Arial" panose="020B0604020202090204" pitchFamily="34" charset="0"/>
            </a:endParaRPr>
          </a:p>
          <a:p>
            <a:pPr eaLnBrk="1" hangingPunct="1">
              <a:lnSpc>
                <a:spcPct val="80000"/>
              </a:lnSpc>
            </a:pPr>
            <a:r>
              <a:rPr lang="en-US" sz="800" smtClean="0">
                <a:latin typeface="Arial" panose="020B0604020202090204" pitchFamily="34" charset="0"/>
              </a:rPr>
              <a:t>NASA images may be used as graphic "hot links" to NASA Web sites, provided they are used within the guidelines above. This permission does not extend to use of the NASA insignia, the retired NASA logotype or the NASA seal.</a:t>
            </a:r>
            <a:endParaRPr lang="en-US" sz="800" smtClean="0">
              <a:latin typeface="Arial" panose="020B0604020202090204" pitchFamily="34" charset="0"/>
            </a:endParaRPr>
          </a:p>
          <a:p>
            <a:pPr eaLnBrk="1" hangingPunct="1">
              <a:lnSpc>
                <a:spcPct val="80000"/>
              </a:lnSpc>
            </a:pPr>
            <a:r>
              <a:rPr lang="en-US" sz="800" b="1" smtClean="0">
                <a:latin typeface="Arial" panose="020B0604020202090204" pitchFamily="34" charset="0"/>
              </a:rPr>
              <a:t>Restrictions </a:t>
            </a:r>
            <a:endParaRPr lang="en-US" sz="800" smtClean="0">
              <a:latin typeface="Arial" panose="020B0604020202090204" pitchFamily="34" charset="0"/>
            </a:endParaRPr>
          </a:p>
          <a:p>
            <a:pPr eaLnBrk="1" hangingPunct="1">
              <a:lnSpc>
                <a:spcPct val="80000"/>
              </a:lnSpc>
            </a:pPr>
            <a:r>
              <a:rPr lang="en-US" sz="800" smtClean="0">
                <a:latin typeface="Arial" panose="020B0604020202090204" pitchFamily="34" charset="0"/>
              </a:rPr>
              <a:t>Please be advised that:</a:t>
            </a:r>
            <a:endParaRPr lang="en-US" sz="800" smtClean="0">
              <a:latin typeface="Arial" panose="020B0604020202090204" pitchFamily="34" charset="0"/>
            </a:endParaRPr>
          </a:p>
          <a:p>
            <a:pPr eaLnBrk="1" hangingPunct="1">
              <a:lnSpc>
                <a:spcPct val="80000"/>
              </a:lnSpc>
            </a:pPr>
            <a:r>
              <a:rPr lang="en-US" sz="800" smtClean="0">
                <a:latin typeface="Arial" panose="020B0604020202090204" pitchFamily="34" charset="0"/>
              </a:rPr>
              <a:t>1) NASA </a:t>
            </a:r>
            <a:r>
              <a:rPr lang="en-US" sz="800" b="1" smtClean="0">
                <a:latin typeface="Arial" panose="020B0604020202090204" pitchFamily="34" charset="0"/>
              </a:rPr>
              <a:t>does not</a:t>
            </a:r>
            <a:r>
              <a:rPr lang="en-US" sz="800" smtClean="0">
                <a:latin typeface="Arial" panose="020B0604020202090204" pitchFamily="34" charset="0"/>
              </a:rPr>
              <a:t> endorse or sponsor any commercial product, service, or activity.</a:t>
            </a:r>
            <a:endParaRPr lang="en-US" sz="800" smtClean="0">
              <a:latin typeface="Arial" panose="020B0604020202090204" pitchFamily="34" charset="0"/>
            </a:endParaRPr>
          </a:p>
          <a:p>
            <a:pPr eaLnBrk="1" hangingPunct="1">
              <a:lnSpc>
                <a:spcPct val="80000"/>
              </a:lnSpc>
            </a:pPr>
            <a:r>
              <a:rPr lang="en-US" sz="800" smtClean="0">
                <a:latin typeface="Arial" panose="020B0604020202090204" pitchFamily="34" charset="0"/>
              </a:rPr>
              <a:t>2) The use of the NASA name, initials, any NASA emblems (including the NASA insignia, the NASA logo and the NASA seal) which would express or imply such endorsement or sponsorship is strictly prohibited.</a:t>
            </a:r>
            <a:endParaRPr lang="en-US" sz="800" smtClean="0">
              <a:latin typeface="Arial" panose="020B0604020202090204" pitchFamily="34" charset="0"/>
            </a:endParaRPr>
          </a:p>
          <a:p>
            <a:pPr eaLnBrk="1" hangingPunct="1">
              <a:lnSpc>
                <a:spcPct val="80000"/>
              </a:lnSpc>
            </a:pPr>
            <a:r>
              <a:rPr lang="en-US" sz="800" smtClean="0">
                <a:latin typeface="Arial" panose="020B0604020202090204" pitchFamily="34" charset="0"/>
              </a:rPr>
              <a:t>3) Use of the NASA name or initials as an identifying symbol by organizations other than NASA (such as on foods, packaging, containers, signs, or any promotional material) is prohibited.</a:t>
            </a:r>
            <a:endParaRPr lang="en-US" sz="800" smtClean="0">
              <a:latin typeface="Arial" panose="020B0604020202090204" pitchFamily="34" charset="0"/>
            </a:endParaRPr>
          </a:p>
          <a:p>
            <a:pPr eaLnBrk="1" hangingPunct="1">
              <a:lnSpc>
                <a:spcPct val="80000"/>
              </a:lnSpc>
            </a:pPr>
            <a:r>
              <a:rPr lang="en-US" sz="800" smtClean="0">
                <a:latin typeface="Arial" panose="020B0604020202090204" pitchFamily="34" charset="0"/>
              </a:rPr>
              <a:t>4) NASA </a:t>
            </a:r>
            <a:r>
              <a:rPr lang="en-US" sz="800" b="1" smtClean="0">
                <a:latin typeface="Arial" panose="020B0604020202090204" pitchFamily="34" charset="0"/>
              </a:rPr>
              <a:t>does</a:t>
            </a:r>
            <a:r>
              <a:rPr lang="en-US" sz="800" smtClean="0">
                <a:latin typeface="Arial" panose="020B0604020202090204" pitchFamily="34" charset="0"/>
              </a:rPr>
              <a:t> permit the use of the NASA logo and insignia on novelty and souvenir-type items. However, such items may be sold and manufactured only after a proposal has been submitted to and approved by a Visual Identity representative from the Public Outreach Division (Phone: 202/358-1750) in accordance with 14 CFR (Code of Federal Regulations) Part 1221. Permission is granted on a nonexclusive basis as it is not NASA's policy to grant exclusive rights to use any of the agency identities.</a:t>
            </a:r>
            <a:endParaRPr lang="en-US" sz="800" smtClean="0">
              <a:latin typeface="Arial" panose="020B0604020202090204" pitchFamily="34" charset="0"/>
            </a:endParaRPr>
          </a:p>
          <a:p>
            <a:pPr eaLnBrk="1" hangingPunct="1">
              <a:lnSpc>
                <a:spcPct val="80000"/>
              </a:lnSpc>
            </a:pPr>
            <a:r>
              <a:rPr lang="en-US" sz="800" smtClean="0">
                <a:latin typeface="Arial" panose="020B0604020202090204" pitchFamily="34" charset="0"/>
              </a:rPr>
              <a:t>5) No approval for use is authorized by NASA when the use can be construed as an endorsement by NASA of a product, service or activity.</a:t>
            </a:r>
            <a:endParaRPr lang="en-US" sz="800" smtClean="0">
              <a:latin typeface="Arial" panose="020B0604020202090204" pitchFamily="34" charset="0"/>
            </a:endParaRPr>
          </a:p>
          <a:p>
            <a:pPr eaLnBrk="1" hangingPunct="1">
              <a:lnSpc>
                <a:spcPct val="80000"/>
              </a:lnSpc>
            </a:pPr>
            <a:r>
              <a:rPr lang="en-US" sz="800" smtClean="0">
                <a:latin typeface="Arial" panose="020B0604020202090204" pitchFamily="34" charset="0"/>
              </a:rPr>
              <a:t>6) NASA emblems should be reproduced only from original reproduction proofs, transparencies, or computer files available from NASA Headquarters. Please be advised that approval must be granted by a Visual Identity representative from the Public Outreach Division ( Tel: 202/358-1750) before any reproduction materials can be obtained. </a:t>
            </a:r>
            <a:br>
              <a:rPr lang="en-US" sz="800" smtClean="0">
                <a:latin typeface="Arial" panose="020B0604020202090204" pitchFamily="34" charset="0"/>
              </a:rPr>
            </a:br>
            <a:endParaRPr lang="en-US" sz="800" smtClean="0">
              <a:latin typeface="Arial" panose="020B060402020209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noFill/>
        </p:spPr>
        <p:txBody>
          <a:bodyPr/>
          <a:lstStyle/>
          <a:p>
            <a:fld id="{51B423B0-4233-4174-B1BD-5908CFC35404}" type="slidenum">
              <a:rPr lang="en-US" smtClean="0">
                <a:latin typeface="Arial" panose="020B0604020202090204" pitchFamily="34" charset="0"/>
              </a:rPr>
            </a:fld>
            <a:endParaRPr lang="en-US" smtClean="0">
              <a:latin typeface="Arial" panose="020B0604020202090204" pitchFamily="34" charset="0"/>
            </a:endParaRPr>
          </a:p>
        </p:txBody>
      </p:sp>
      <p:sp>
        <p:nvSpPr>
          <p:cNvPr id="160771" name="Rectangle 2"/>
          <p:cNvSpPr>
            <a:spLocks noGrp="1" noRot="1" noChangeAspect="1" noChangeArrowheads="1" noTextEdit="1"/>
          </p:cNvSpPr>
          <p:nvPr>
            <p:ph type="sldImg"/>
          </p:nvPr>
        </p:nvSpPr>
        <p:spPr/>
      </p:sp>
      <p:sp>
        <p:nvSpPr>
          <p:cNvPr id="160772" name="Rectangle 3"/>
          <p:cNvSpPr>
            <a:spLocks noGrp="1" noChangeArrowheads="1"/>
          </p:cNvSpPr>
          <p:nvPr>
            <p:ph type="body" idx="1"/>
          </p:nvPr>
        </p:nvSpPr>
        <p:spPr>
          <a:noFill/>
        </p:spPr>
        <p:txBody>
          <a:bodyPr/>
          <a:lstStyle/>
          <a:p>
            <a:pPr eaLnBrk="1" hangingPunct="1"/>
            <a:endParaRPr lang="en-US" smtClean="0">
              <a:latin typeface="Arial" panose="020B060402020209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noFill/>
        </p:spPr>
        <p:txBody>
          <a:bodyPr/>
          <a:lstStyle/>
          <a:p>
            <a:fld id="{DC41A283-C50F-49E0-9444-61C3338A786C}" type="slidenum">
              <a:rPr lang="en-US" smtClean="0">
                <a:latin typeface="Arial" panose="020B0604020202090204" pitchFamily="34" charset="0"/>
              </a:rPr>
            </a:fld>
            <a:endParaRPr lang="en-US" smtClean="0">
              <a:latin typeface="Arial" panose="020B0604020202090204" pitchFamily="34" charset="0"/>
            </a:endParaRPr>
          </a:p>
        </p:txBody>
      </p:sp>
      <p:sp>
        <p:nvSpPr>
          <p:cNvPr id="161795" name="Rectangle 2"/>
          <p:cNvSpPr>
            <a:spLocks noGrp="1" noRot="1" noChangeAspect="1" noChangeArrowheads="1" noTextEdit="1"/>
          </p:cNvSpPr>
          <p:nvPr>
            <p:ph type="sldImg"/>
          </p:nvPr>
        </p:nvSpPr>
        <p:spPr/>
      </p:sp>
      <p:sp>
        <p:nvSpPr>
          <p:cNvPr id="161796" name="Rectangle 3"/>
          <p:cNvSpPr>
            <a:spLocks noGrp="1" noChangeArrowheads="1"/>
          </p:cNvSpPr>
          <p:nvPr>
            <p:ph type="body" idx="1"/>
          </p:nvPr>
        </p:nvSpPr>
        <p:spPr>
          <a:noFill/>
        </p:spPr>
        <p:txBody>
          <a:bodyPr/>
          <a:lstStyle/>
          <a:p>
            <a:pPr eaLnBrk="1" hangingPunct="1"/>
            <a:endParaRPr lang="en-US" smtClean="0">
              <a:latin typeface="Arial" panose="020B060402020209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noFill/>
        </p:spPr>
        <p:txBody>
          <a:bodyPr/>
          <a:lstStyle/>
          <a:p>
            <a:fld id="{0BB84749-07F4-45E0-965A-AE55B24255F4}" type="slidenum">
              <a:rPr lang="en-US" smtClean="0">
                <a:latin typeface="Arial" panose="020B0604020202090204" pitchFamily="34" charset="0"/>
              </a:rPr>
            </a:fld>
            <a:endParaRPr lang="en-US" smtClean="0">
              <a:latin typeface="Arial" panose="020B0604020202090204" pitchFamily="34" charset="0"/>
            </a:endParaRPr>
          </a:p>
        </p:txBody>
      </p:sp>
      <p:sp>
        <p:nvSpPr>
          <p:cNvPr id="162819" name="Rectangle 2"/>
          <p:cNvSpPr>
            <a:spLocks noGrp="1" noRot="1" noChangeAspect="1" noChangeArrowheads="1" noTextEdit="1"/>
          </p:cNvSpPr>
          <p:nvPr>
            <p:ph type="sldImg"/>
          </p:nvPr>
        </p:nvSpPr>
        <p:spPr/>
      </p:sp>
      <p:sp>
        <p:nvSpPr>
          <p:cNvPr id="162820" name="Rectangle 3"/>
          <p:cNvSpPr>
            <a:spLocks noGrp="1" noChangeArrowheads="1"/>
          </p:cNvSpPr>
          <p:nvPr>
            <p:ph type="body" idx="1"/>
          </p:nvPr>
        </p:nvSpPr>
        <p:spPr>
          <a:noFill/>
        </p:spPr>
        <p:txBody>
          <a:bodyPr/>
          <a:lstStyle/>
          <a:p>
            <a:pPr eaLnBrk="1" hangingPunct="1"/>
            <a:endParaRPr lang="en-US" smtClean="0">
              <a:latin typeface="Arial" panose="020B060402020209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2914650"/>
            <a:ext cx="6400800" cy="131445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180035"/>
            <a:ext cx="7772400" cy="1125140"/>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51335"/>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6" y="1151335"/>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6"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a:prstGeom prst="rect">
            <a:avLst/>
          </a:prstGeo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200151"/>
            <a:ext cx="8229600" cy="3394472"/>
          </a:xfrm>
          <a:prstGeom prst="rect">
            <a:avLst/>
          </a:prstGeo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05979"/>
            <a:ext cx="6019800" cy="4388644"/>
          </a:xfrm>
          <a:prstGeom prst="rect">
            <a:avLst/>
          </a:prstGeo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457200" y="1200151"/>
            <a:ext cx="8229600" cy="3394472"/>
          </a:xfrm>
          <a:prstGeom prst="rect">
            <a:avLst/>
          </a:prstGeo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userDrawn="1"/>
        </p:nvSpPr>
        <p:spPr>
          <a:xfrm>
            <a:off x="8365066" y="4819650"/>
            <a:ext cx="762000"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2" name="Title 1"/>
          <p:cNvSpPr>
            <a:spLocks noGrp="1"/>
          </p:cNvSpPr>
          <p:nvPr>
            <p:ph type="ctrTitle"/>
          </p:nvPr>
        </p:nvSpPr>
        <p:spPr>
          <a:xfrm>
            <a:off x="685800" y="1597819"/>
            <a:ext cx="7772400" cy="1102519"/>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2914650"/>
            <a:ext cx="6400800" cy="131445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timing>
    <p:tnLst>
      <p:par>
        <p:cTn id="1" dur="indefinite" restart="never" nodeType="tmRoot"/>
      </p:par>
    </p:tn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180035"/>
            <a:ext cx="7772400" cy="1125140"/>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timing>
    <p:tnLst>
      <p:par>
        <p:cTn id="1" dur="indefinite" restart="never" nodeType="tmRoot"/>
      </p:par>
    </p:tn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51335"/>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6" y="1151335"/>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6"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a:prstGeom prst="rect">
            <a:avLst/>
          </a:prstGeo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200151"/>
            <a:ext cx="8229600" cy="3394472"/>
          </a:xfrm>
          <a:prstGeom prst="rect">
            <a:avLst/>
          </a:prstGeo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05979"/>
            <a:ext cx="6019800" cy="4388644"/>
          </a:xfrm>
          <a:prstGeom prst="rect">
            <a:avLst/>
          </a:prstGeo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457200" y="1200151"/>
            <a:ext cx="8229600" cy="3394472"/>
          </a:xfrm>
          <a:prstGeom prst="rect">
            <a:avLst/>
          </a:prstGeo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4" Type="http://schemas.openxmlformats.org/officeDocument/2006/relationships/theme" Target="../theme/theme2.xml"/><Relationship Id="rId13" Type="http://schemas.openxmlformats.org/officeDocument/2006/relationships/image" Target="../media/image1.jpeg"/><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3.xml"/><Relationship Id="rId8" Type="http://schemas.openxmlformats.org/officeDocument/2006/relationships/slideLayout" Target="../slideLayouts/slideLayout32.xml"/><Relationship Id="rId7" Type="http://schemas.openxmlformats.org/officeDocument/2006/relationships/slideLayout" Target="../slideLayouts/slideLayout31.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3" Type="http://schemas.openxmlformats.org/officeDocument/2006/relationships/slideLayout" Target="../slideLayouts/slideLayout27.xml"/><Relationship Id="rId2" Type="http://schemas.openxmlformats.org/officeDocument/2006/relationships/slideLayout" Target="../slideLayouts/slideLayout26.xml"/><Relationship Id="rId14" Type="http://schemas.openxmlformats.org/officeDocument/2006/relationships/theme" Target="../theme/theme3.xml"/><Relationship Id="rId13" Type="http://schemas.openxmlformats.org/officeDocument/2006/relationships/image" Target="../media/image1.jpeg"/><Relationship Id="rId12" Type="http://schemas.openxmlformats.org/officeDocument/2006/relationships/slideLayout" Target="../slideLayouts/slideLayout36.xml"/><Relationship Id="rId11" Type="http://schemas.openxmlformats.org/officeDocument/2006/relationships/slideLayout" Target="../slideLayouts/slideLayout35.xml"/><Relationship Id="rId10" Type="http://schemas.openxmlformats.org/officeDocument/2006/relationships/slideLayout" Target="../slideLayouts/slideLayout34.xml"/><Relationship Id="rId1"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5.xml"/><Relationship Id="rId8" Type="http://schemas.openxmlformats.org/officeDocument/2006/relationships/slideLayout" Target="../slideLayouts/slideLayout44.xml"/><Relationship Id="rId7" Type="http://schemas.openxmlformats.org/officeDocument/2006/relationships/slideLayout" Target="../slideLayouts/slideLayout43.xml"/><Relationship Id="rId6" Type="http://schemas.openxmlformats.org/officeDocument/2006/relationships/slideLayout" Target="../slideLayouts/slideLayout42.xml"/><Relationship Id="rId5" Type="http://schemas.openxmlformats.org/officeDocument/2006/relationships/slideLayout" Target="../slideLayouts/slideLayout41.xml"/><Relationship Id="rId4" Type="http://schemas.openxmlformats.org/officeDocument/2006/relationships/slideLayout" Target="../slideLayouts/slideLayout40.xml"/><Relationship Id="rId3" Type="http://schemas.openxmlformats.org/officeDocument/2006/relationships/slideLayout" Target="../slideLayouts/slideLayout39.xml"/><Relationship Id="rId2" Type="http://schemas.openxmlformats.org/officeDocument/2006/relationships/slideLayout" Target="../slideLayouts/slideLayout38.xml"/><Relationship Id="rId13" Type="http://schemas.openxmlformats.org/officeDocument/2006/relationships/theme" Target="../theme/theme4.xml"/><Relationship Id="rId12" Type="http://schemas.openxmlformats.org/officeDocument/2006/relationships/slideLayout" Target="../slideLayouts/slideLayout48.xml"/><Relationship Id="rId11" Type="http://schemas.openxmlformats.org/officeDocument/2006/relationships/slideLayout" Target="../slideLayouts/slideLayout47.xml"/><Relationship Id="rId10" Type="http://schemas.openxmlformats.org/officeDocument/2006/relationships/slideLayout" Target="../slideLayouts/slideLayout46.xml"/><Relationship Id="rId1" Type="http://schemas.openxmlformats.org/officeDocument/2006/relationships/slideLayout" Target="../slideLayouts/slideLayout37.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7.xml"/><Relationship Id="rId8" Type="http://schemas.openxmlformats.org/officeDocument/2006/relationships/slideLayout" Target="../slideLayouts/slideLayout56.xml"/><Relationship Id="rId7" Type="http://schemas.openxmlformats.org/officeDocument/2006/relationships/slideLayout" Target="../slideLayouts/slideLayout55.xml"/><Relationship Id="rId6" Type="http://schemas.openxmlformats.org/officeDocument/2006/relationships/slideLayout" Target="../slideLayouts/slideLayout54.xml"/><Relationship Id="rId5" Type="http://schemas.openxmlformats.org/officeDocument/2006/relationships/slideLayout" Target="../slideLayouts/slideLayout53.xml"/><Relationship Id="rId4" Type="http://schemas.openxmlformats.org/officeDocument/2006/relationships/slideLayout" Target="../slideLayouts/slideLayout52.xml"/><Relationship Id="rId3" Type="http://schemas.openxmlformats.org/officeDocument/2006/relationships/slideLayout" Target="../slideLayouts/slideLayout51.xml"/><Relationship Id="rId2" Type="http://schemas.openxmlformats.org/officeDocument/2006/relationships/slideLayout" Target="../slideLayouts/slideLayout50.xml"/><Relationship Id="rId14" Type="http://schemas.openxmlformats.org/officeDocument/2006/relationships/theme" Target="../theme/theme5.xml"/><Relationship Id="rId13" Type="http://schemas.openxmlformats.org/officeDocument/2006/relationships/image" Target="../media/image2.jpeg"/><Relationship Id="rId12" Type="http://schemas.openxmlformats.org/officeDocument/2006/relationships/slideLayout" Target="../slideLayouts/slideLayout60.xml"/><Relationship Id="rId11" Type="http://schemas.openxmlformats.org/officeDocument/2006/relationships/slideLayout" Target="../slideLayouts/slideLayout59.xml"/><Relationship Id="rId10" Type="http://schemas.openxmlformats.org/officeDocument/2006/relationships/slideLayout" Target="../slideLayouts/slideLayout58.xml"/><Relationship Id="rId1"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
        <p:nvSpPr>
          <p:cNvPr id="12" name="TextBox 11"/>
          <p:cNvSpPr txBox="1"/>
          <p:nvPr userDrawn="1"/>
        </p:nvSpPr>
        <p:spPr>
          <a:xfrm>
            <a:off x="9372599" y="666750"/>
            <a:ext cx="1293496" cy="523220"/>
          </a:xfrm>
          <a:prstGeom prst="rect">
            <a:avLst/>
          </a:prstGeom>
          <a:noFill/>
        </p:spPr>
        <p:txBody>
          <a:bodyPr wrap="none" rtlCol="0">
            <a:spAutoFit/>
          </a:bodyPr>
          <a:lstStyle/>
          <a:p>
            <a:r>
              <a:rPr lang="en-US" sz="1400" dirty="0" smtClean="0">
                <a:solidFill>
                  <a:prstClr val="black"/>
                </a:solidFill>
              </a:rPr>
              <a:t>Template</a:t>
            </a:r>
            <a:endParaRPr lang="en-US" sz="1400" dirty="0" smtClean="0">
              <a:solidFill>
                <a:prstClr val="black"/>
              </a:solidFill>
            </a:endParaRPr>
          </a:p>
          <a:p>
            <a:r>
              <a:rPr lang="en-US" sz="1400" dirty="0" smtClean="0">
                <a:solidFill>
                  <a:prstClr val="black"/>
                </a:solidFill>
              </a:rPr>
              <a:t>vertLeftWhite2</a:t>
            </a:r>
            <a:endParaRPr lang="en-US" sz="1400" dirty="0">
              <a:solidFill>
                <a:prstClr val="black"/>
              </a:solidFill>
            </a:endParaRPr>
          </a:p>
        </p:txBody>
      </p:sp>
      <p:pic>
        <p:nvPicPr>
          <p:cNvPr id="13" name="Picture 3" descr="C:\Users\Tarun Singh\Desktop\whiteRadio.jp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914400" y="3291840"/>
            <a:ext cx="254471" cy="25603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3" descr="C:\Users\Tarun Singh\Desktop\whiteRadio.jp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914400" y="2834640"/>
            <a:ext cx="254471" cy="25603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3" descr="C:\Users\Tarun Singh\Desktop\whiteRadio.jp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914400" y="3749040"/>
            <a:ext cx="254471" cy="25603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3" descr="C:\Users\Tarun Singh\Desktop\whiteRadio.jp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914400" y="4206240"/>
            <a:ext cx="254471" cy="256032"/>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
        <p:nvSpPr>
          <p:cNvPr id="12" name="TextBox 11"/>
          <p:cNvSpPr txBox="1"/>
          <p:nvPr userDrawn="1"/>
        </p:nvSpPr>
        <p:spPr>
          <a:xfrm>
            <a:off x="9372599" y="666750"/>
            <a:ext cx="1370568" cy="1600438"/>
          </a:xfrm>
          <a:prstGeom prst="rect">
            <a:avLst/>
          </a:prstGeom>
          <a:noFill/>
        </p:spPr>
        <p:txBody>
          <a:bodyPr wrap="none" rtlCol="0">
            <a:spAutoFit/>
          </a:bodyPr>
          <a:lstStyle/>
          <a:p>
            <a:r>
              <a:rPr lang="en-US" sz="1400" dirty="0" smtClean="0">
                <a:solidFill>
                  <a:prstClr val="black"/>
                </a:solidFill>
              </a:rPr>
              <a:t>Template</a:t>
            </a:r>
            <a:endParaRPr lang="en-US" sz="1400" dirty="0" smtClean="0">
              <a:solidFill>
                <a:prstClr val="black"/>
              </a:solidFill>
            </a:endParaRPr>
          </a:p>
          <a:p>
            <a:r>
              <a:rPr lang="en-US" sz="1400" dirty="0" smtClean="0">
                <a:solidFill>
                  <a:prstClr val="black"/>
                </a:solidFill>
              </a:rPr>
              <a:t>block2x2White1</a:t>
            </a:r>
            <a:endParaRPr lang="en-US" sz="1400" dirty="0" smtClean="0">
              <a:solidFill>
                <a:prstClr val="black"/>
              </a:solidFill>
            </a:endParaRPr>
          </a:p>
          <a:p>
            <a:endParaRPr lang="en-US" sz="1400" dirty="0" smtClean="0">
              <a:solidFill>
                <a:prstClr val="black"/>
              </a:solidFill>
            </a:endParaRPr>
          </a:p>
          <a:p>
            <a:r>
              <a:rPr lang="en-US" sz="1400" dirty="0" smtClean="0">
                <a:solidFill>
                  <a:prstClr val="black"/>
                </a:solidFill>
              </a:rPr>
              <a:t>Ordering of</a:t>
            </a:r>
            <a:r>
              <a:rPr lang="en-US" sz="1400" baseline="0" dirty="0" smtClean="0">
                <a:solidFill>
                  <a:prstClr val="black"/>
                </a:solidFill>
              </a:rPr>
              <a:t> </a:t>
            </a:r>
            <a:endParaRPr lang="en-US" sz="1400" baseline="0" dirty="0" smtClean="0">
              <a:solidFill>
                <a:prstClr val="black"/>
              </a:solidFill>
            </a:endParaRPr>
          </a:p>
          <a:p>
            <a:r>
              <a:rPr lang="en-US" sz="1400" baseline="0" dirty="0" smtClean="0">
                <a:solidFill>
                  <a:prstClr val="black"/>
                </a:solidFill>
              </a:rPr>
              <a:t>buttons is</a:t>
            </a:r>
            <a:r>
              <a:rPr lang="en-US" sz="1400" dirty="0" smtClean="0">
                <a:solidFill>
                  <a:prstClr val="black"/>
                </a:solidFill>
              </a:rPr>
              <a:t>:</a:t>
            </a:r>
            <a:endParaRPr lang="en-US" sz="1400" dirty="0" smtClean="0">
              <a:solidFill>
                <a:prstClr val="black"/>
              </a:solidFill>
            </a:endParaRPr>
          </a:p>
          <a:p>
            <a:r>
              <a:rPr lang="en-US" sz="1400" dirty="0" smtClean="0">
                <a:solidFill>
                  <a:prstClr val="black"/>
                </a:solidFill>
              </a:rPr>
              <a:t>13</a:t>
            </a:r>
            <a:endParaRPr lang="en-US" sz="1400" dirty="0" smtClean="0">
              <a:solidFill>
                <a:prstClr val="black"/>
              </a:solidFill>
            </a:endParaRPr>
          </a:p>
          <a:p>
            <a:r>
              <a:rPr lang="en-US" sz="1400" dirty="0" smtClean="0">
                <a:solidFill>
                  <a:prstClr val="black"/>
                </a:solidFill>
              </a:rPr>
              <a:t>24</a:t>
            </a:r>
            <a:endParaRPr lang="en-US" sz="1400" dirty="0">
              <a:solidFill>
                <a:prstClr val="black"/>
              </a:solidFill>
            </a:endParaRPr>
          </a:p>
        </p:txBody>
      </p:sp>
      <p:pic>
        <p:nvPicPr>
          <p:cNvPr id="13" name="Picture 3" descr="C:\Users\Tarun Singh\Desktop\whiteRadio.jp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914400" y="3931920"/>
            <a:ext cx="254471" cy="25603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3" descr="C:\Users\Tarun Singh\Desktop\whiteRadio.jp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914400" y="2011680"/>
            <a:ext cx="254471" cy="25603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3" descr="C:\Users\Tarun Singh\Desktop\whiteRadio.jp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4572000" y="2011680"/>
            <a:ext cx="254471" cy="25603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3" descr="C:\Users\Tarun Singh\Desktop\whiteRadio.jp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4572000" y="3931920"/>
            <a:ext cx="254471" cy="256032"/>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794CFE4B-17F2-49B1-A8CD-48A7230178BE}" type="datetimeFigureOut">
              <a:rPr lang="en-US" smtClean="0">
                <a:solidFill>
                  <a:prstClr val="black">
                    <a:tint val="75000"/>
                  </a:prstClr>
                </a:solidFill>
              </a:rPr>
            </a:fld>
            <a:endParaRPr lang="en-US" dirty="0">
              <a:solidFill>
                <a:prstClr val="black">
                  <a:tint val="75000"/>
                </a:prstClr>
              </a:solidFill>
            </a:endParaRPr>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F043A558-56C3-499B-89A2-59E5853E6BB4}" type="slidenum">
              <a:rPr lang="en-US" smtClean="0">
                <a:solidFill>
                  <a:prstClr val="black">
                    <a:tint val="75000"/>
                  </a:prstClr>
                </a:solidFill>
              </a:rPr>
            </a:fld>
            <a:endParaRPr lang="en-US" dirty="0">
              <a:solidFill>
                <a:prstClr val="black">
                  <a:tint val="75000"/>
                </a:prstClr>
              </a:solidFill>
            </a:endParaRPr>
          </a:p>
        </p:txBody>
      </p:sp>
      <p:sp>
        <p:nvSpPr>
          <p:cNvPr id="7" name="TextBox 6"/>
          <p:cNvSpPr txBox="1"/>
          <p:nvPr userDrawn="1"/>
        </p:nvSpPr>
        <p:spPr>
          <a:xfrm>
            <a:off x="8495978" y="4942417"/>
            <a:ext cx="707245" cy="230832"/>
          </a:xfrm>
          <a:prstGeom prst="rect">
            <a:avLst/>
          </a:prstGeom>
          <a:noFill/>
        </p:spPr>
        <p:txBody>
          <a:bodyPr wrap="none" rtlCol="0">
            <a:spAutoFit/>
          </a:bodyPr>
          <a:lstStyle/>
          <a:p>
            <a:r>
              <a:rPr lang="en-US" sz="900" dirty="0" smtClean="0">
                <a:solidFill>
                  <a:prstClr val="black"/>
                </a:solidFill>
              </a:rPr>
              <a:t>Andrew Ng</a:t>
            </a:r>
            <a:endParaRPr lang="en-US" sz="900" dirty="0">
              <a:solidFill>
                <a:prstClr val="black"/>
              </a:solidFill>
            </a:endParaRP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794CFE4B-17F2-49B1-A8CD-48A7230178BE}" type="datetimeFigureOut">
              <a:rPr lang="en-US" smtClean="0">
                <a:solidFill>
                  <a:prstClr val="black">
                    <a:tint val="75000"/>
                  </a:prstClr>
                </a:solidFill>
              </a:rPr>
            </a:fld>
            <a:endParaRPr lang="en-US" dirty="0">
              <a:solidFill>
                <a:prstClr val="black">
                  <a:tint val="75000"/>
                </a:prstClr>
              </a:solidFill>
            </a:endParaRPr>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F043A558-56C3-499B-89A2-59E5853E6BB4}" type="slidenum">
              <a:rPr lang="en-US" smtClean="0">
                <a:solidFill>
                  <a:prstClr val="black">
                    <a:tint val="75000"/>
                  </a:prstClr>
                </a:solidFill>
              </a:rPr>
            </a:fld>
            <a:endParaRPr lang="en-US" dirty="0">
              <a:solidFill>
                <a:prstClr val="black">
                  <a:tint val="75000"/>
                </a:prstClr>
              </a:solidFill>
            </a:endParaRPr>
          </a:p>
        </p:txBody>
      </p:sp>
      <p:sp>
        <p:nvSpPr>
          <p:cNvPr id="12" name="TextBox 11"/>
          <p:cNvSpPr txBox="1"/>
          <p:nvPr userDrawn="1"/>
        </p:nvSpPr>
        <p:spPr>
          <a:xfrm>
            <a:off x="9372599" y="666750"/>
            <a:ext cx="1370568" cy="1600438"/>
          </a:xfrm>
          <a:prstGeom prst="rect">
            <a:avLst/>
          </a:prstGeom>
          <a:noFill/>
        </p:spPr>
        <p:txBody>
          <a:bodyPr wrap="none" rtlCol="0">
            <a:spAutoFit/>
          </a:bodyPr>
          <a:lstStyle/>
          <a:p>
            <a:r>
              <a:rPr lang="en-US" sz="1400" dirty="0" smtClean="0">
                <a:solidFill>
                  <a:prstClr val="black"/>
                </a:solidFill>
              </a:rPr>
              <a:t>Template</a:t>
            </a:r>
            <a:endParaRPr lang="en-US" sz="1400" dirty="0" smtClean="0">
              <a:solidFill>
                <a:prstClr val="black"/>
              </a:solidFill>
            </a:endParaRPr>
          </a:p>
          <a:p>
            <a:r>
              <a:rPr lang="en-US" sz="1400" dirty="0" smtClean="0">
                <a:solidFill>
                  <a:prstClr val="black"/>
                </a:solidFill>
              </a:rPr>
              <a:t>block2x2White1</a:t>
            </a:r>
            <a:endParaRPr lang="en-US" sz="1400" dirty="0" smtClean="0">
              <a:solidFill>
                <a:prstClr val="black"/>
              </a:solidFill>
            </a:endParaRPr>
          </a:p>
          <a:p>
            <a:endParaRPr lang="en-US" sz="1400" dirty="0" smtClean="0">
              <a:solidFill>
                <a:prstClr val="black"/>
              </a:solidFill>
            </a:endParaRPr>
          </a:p>
          <a:p>
            <a:r>
              <a:rPr lang="en-US" sz="1400" dirty="0" smtClean="0">
                <a:solidFill>
                  <a:prstClr val="black"/>
                </a:solidFill>
              </a:rPr>
              <a:t>Ordering of </a:t>
            </a:r>
            <a:endParaRPr lang="en-US" sz="1400" dirty="0" smtClean="0">
              <a:solidFill>
                <a:prstClr val="black"/>
              </a:solidFill>
            </a:endParaRPr>
          </a:p>
          <a:p>
            <a:r>
              <a:rPr lang="en-US" sz="1400" dirty="0" smtClean="0">
                <a:solidFill>
                  <a:prstClr val="black"/>
                </a:solidFill>
              </a:rPr>
              <a:t>buttons is:</a:t>
            </a:r>
            <a:endParaRPr lang="en-US" sz="1400" dirty="0" smtClean="0">
              <a:solidFill>
                <a:prstClr val="black"/>
              </a:solidFill>
            </a:endParaRPr>
          </a:p>
          <a:p>
            <a:r>
              <a:rPr lang="en-US" sz="1400" dirty="0" smtClean="0">
                <a:solidFill>
                  <a:prstClr val="black"/>
                </a:solidFill>
              </a:rPr>
              <a:t>13</a:t>
            </a:r>
            <a:endParaRPr lang="en-US" sz="1400" dirty="0" smtClean="0">
              <a:solidFill>
                <a:prstClr val="black"/>
              </a:solidFill>
            </a:endParaRPr>
          </a:p>
          <a:p>
            <a:r>
              <a:rPr lang="en-US" sz="1400" dirty="0" smtClean="0">
                <a:solidFill>
                  <a:prstClr val="black"/>
                </a:solidFill>
              </a:rPr>
              <a:t>24</a:t>
            </a:r>
            <a:endParaRPr lang="en-US" sz="1400" dirty="0">
              <a:solidFill>
                <a:prstClr val="black"/>
              </a:solidFill>
            </a:endParaRPr>
          </a:p>
        </p:txBody>
      </p:sp>
      <p:pic>
        <p:nvPicPr>
          <p:cNvPr id="10" name="Picture 2" descr="C:\Users\Tarun Singh\Desktop\unPng.jp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024128" y="3931920"/>
            <a:ext cx="259492" cy="25603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C:\Users\Tarun Singh\Desktop\unPng.jp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024128" y="3246120"/>
            <a:ext cx="259492" cy="25603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C:\Users\Tarun Singh\Desktop\unPng.jp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024128" y="2560320"/>
            <a:ext cx="259492" cy="256032"/>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C:\Users\Tarun Singh\Desktop\unPng.jp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024128" y="1874520"/>
            <a:ext cx="259492" cy="256032"/>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43.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8.xml"/><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7.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8.xml"/></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4.xml"/><Relationship Id="rId3" Type="http://schemas.openxmlformats.org/officeDocument/2006/relationships/image" Target="../media/image7.png"/><Relationship Id="rId2" Type="http://schemas.openxmlformats.org/officeDocument/2006/relationships/customXml" Target="../ink/ink1.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8.xml"/><Relationship Id="rId2" Type="http://schemas.openxmlformats.org/officeDocument/2006/relationships/image" Target="../media/image8.png"/><Relationship Id="rId1" Type="http://schemas.openxmlformats.org/officeDocument/2006/relationships/customXml" Target="../ink/ink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7.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43.xml"/><Relationship Id="rId3" Type="http://schemas.openxmlformats.org/officeDocument/2006/relationships/image" Target="../media/image9.png"/><Relationship Id="rId2" Type="http://schemas.openxmlformats.org/officeDocument/2006/relationships/customXml" Target="../ink/ink3.xml"/><Relationship Id="rId1" Type="http://schemas.openxmlformats.org/officeDocument/2006/relationships/chart" Target="../charts/chart1.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43.xml"/><Relationship Id="rId2" Type="http://schemas.openxmlformats.org/officeDocument/2006/relationships/image" Target="../media/image10.png"/><Relationship Id="rId1" Type="http://schemas.openxmlformats.org/officeDocument/2006/relationships/customXml" Target="../ink/ink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43.xml"/><Relationship Id="rId2" Type="http://schemas.openxmlformats.org/officeDocument/2006/relationships/image" Target="../media/image11.png"/><Relationship Id="rId1" Type="http://schemas.openxmlformats.org/officeDocument/2006/relationships/customXml" Target="../ink/ink5.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4.xml"/><Relationship Id="rId2" Type="http://schemas.openxmlformats.org/officeDocument/2006/relationships/image" Target="../media/image12.png"/><Relationship Id="rId1" Type="http://schemas.openxmlformats.org/officeDocument/2006/relationships/customXml" Target="../ink/ink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7.xml"/><Relationship Id="rId1" Type="http://schemas.openxmlformats.org/officeDocument/2006/relationships/image" Target="../media/image3.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8.xml"/><Relationship Id="rId2" Type="http://schemas.openxmlformats.org/officeDocument/2006/relationships/image" Target="../media/image13.png"/><Relationship Id="rId1" Type="http://schemas.openxmlformats.org/officeDocument/2006/relationships/customXml" Target="../ink/ink7.xml"/></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38.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customXml" Target="../ink/ink8.xml"/><Relationship Id="rId1" Type="http://schemas.openxmlformats.org/officeDocument/2006/relationships/image" Target="../media/image14.png"/></Relationships>
</file>

<file path=ppt/slides/_rels/slide22.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38.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customXml" Target="../ink/ink9.xml"/><Relationship Id="rId1" Type="http://schemas.openxmlformats.org/officeDocument/2006/relationships/image" Target="../media/image14.png"/></Relationships>
</file>

<file path=ppt/slides/_rels/slide23.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38.xml"/><Relationship Id="rId5" Type="http://schemas.openxmlformats.org/officeDocument/2006/relationships/image" Target="../media/image24.png"/><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customXml" Target="../ink/ink10.xml"/></Relationships>
</file>

<file path=ppt/slides/_rels/slide24.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38.xml"/><Relationship Id="rId5" Type="http://schemas.openxmlformats.org/officeDocument/2006/relationships/image" Target="../media/image24.png"/><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customXml" Target="../ink/ink11.xml"/></Relationships>
</file>

<file path=ppt/slides/_rels/slide25.xml.rels><?xml version="1.0" encoding="UTF-8" standalone="yes"?>
<Relationships xmlns="http://schemas.openxmlformats.org/package/2006/relationships"><Relationship Id="rId9" Type="http://schemas.openxmlformats.org/officeDocument/2006/relationships/customXml" Target="../ink/ink12.xml"/><Relationship Id="rId8" Type="http://schemas.microsoft.com/office/2007/relationships/hdphoto" Target="../media/image31.wdp"/><Relationship Id="rId7" Type="http://schemas.openxmlformats.org/officeDocument/2006/relationships/image" Target="../media/image30.png"/><Relationship Id="rId6" Type="http://schemas.microsoft.com/office/2007/relationships/hdphoto" Target="../media/image29.wdp"/><Relationship Id="rId5" Type="http://schemas.openxmlformats.org/officeDocument/2006/relationships/image" Target="../media/image28.png"/><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2" Type="http://schemas.openxmlformats.org/officeDocument/2006/relationships/notesSlide" Target="../notesSlides/notesSlide12.xml"/><Relationship Id="rId11" Type="http://schemas.openxmlformats.org/officeDocument/2006/relationships/slideLayout" Target="../slideLayouts/slideLayout38.xml"/><Relationship Id="rId10" Type="http://schemas.openxmlformats.org/officeDocument/2006/relationships/image" Target="../media/image32.png"/><Relationship Id="rId1" Type="http://schemas.openxmlformats.org/officeDocument/2006/relationships/chart" Target="../charts/chart2.xml"/></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38.xml"/><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33.jpeg"/></Relationships>
</file>

<file path=ppt/slides/_rels/slide27.xml.rels><?xml version="1.0" encoding="UTF-8" standalone="yes"?>
<Relationships xmlns="http://schemas.openxmlformats.org/package/2006/relationships"><Relationship Id="rId9" Type="http://schemas.openxmlformats.org/officeDocument/2006/relationships/image" Target="../media/image38.png"/><Relationship Id="rId8" Type="http://schemas.microsoft.com/office/2007/relationships/media" Target="file:///C:\Users\ang\cs229a\lectures-slides\ica-audio\twospeakers-separated1.wav" TargetMode="External"/><Relationship Id="rId7" Type="http://schemas.openxmlformats.org/officeDocument/2006/relationships/audio" Target="file:///C:\Users\ang\cs229a\lectures-slides\ica-audio\twospeakers-separated1.wav" TargetMode="External"/><Relationship Id="rId6" Type="http://schemas.openxmlformats.org/officeDocument/2006/relationships/image" Target="../media/image37.png"/><Relationship Id="rId5" Type="http://schemas.microsoft.com/office/2007/relationships/media" Target="file:///C:\Users\ang\cs229a\lectures-slides\ica-audio\twospeakers-mixed2.wav" TargetMode="External"/><Relationship Id="rId4" Type="http://schemas.openxmlformats.org/officeDocument/2006/relationships/audio" Target="file:///C:\Users\ang\cs229a\lectures-slides\ica-audio\twospeakers-mixed2.wav" TargetMode="External"/><Relationship Id="rId3" Type="http://schemas.openxmlformats.org/officeDocument/2006/relationships/image" Target="../media/image36.png"/><Relationship Id="rId25" Type="http://schemas.openxmlformats.org/officeDocument/2006/relationships/notesSlide" Target="../notesSlides/notesSlide14.xml"/><Relationship Id="rId24" Type="http://schemas.openxmlformats.org/officeDocument/2006/relationships/slideLayout" Target="../slideLayouts/slideLayout38.xml"/><Relationship Id="rId23" Type="http://schemas.openxmlformats.org/officeDocument/2006/relationships/image" Target="../media/image42.png"/><Relationship Id="rId22" Type="http://schemas.microsoft.com/office/2007/relationships/media" Target="file:///C:\Users\ang\cs229a\lectures-slides\ica-audio\speakermusic-separated1.wav" TargetMode="External"/><Relationship Id="rId21" Type="http://schemas.openxmlformats.org/officeDocument/2006/relationships/audio" Target="file:///C:\Users\ang\cs229a\lectures-slides\ica-audio\speakermusic-separated1.wav" TargetMode="External"/><Relationship Id="rId20" Type="http://schemas.openxmlformats.org/officeDocument/2006/relationships/image" Target="../media/image41.png"/><Relationship Id="rId2" Type="http://schemas.microsoft.com/office/2007/relationships/media" Target="file:///C:\Users\ang\cs229a\lectures-slides\ica-audio\twospeakers-mixed1.wav" TargetMode="External"/><Relationship Id="rId19" Type="http://schemas.microsoft.com/office/2007/relationships/media" Target="file:///C:\Users\ang\cs229a\lectures-slides\ica-audio\speakermusic-separated2.wav" TargetMode="External"/><Relationship Id="rId18" Type="http://schemas.openxmlformats.org/officeDocument/2006/relationships/audio" Target="file:///C:\Users\ang\cs229a\lectures-slides\ica-audio\speakermusic-separated2.wav" TargetMode="External"/><Relationship Id="rId17" Type="http://schemas.microsoft.com/office/2007/relationships/media" Target="file:///C:\Users\ang\cs229a\lectures-slides\ica-audio\speakermusic-mixed2.wav" TargetMode="External"/><Relationship Id="rId16" Type="http://schemas.openxmlformats.org/officeDocument/2006/relationships/audio" Target="file:///C:\Users\ang\cs229a\lectures-slides\ica-audio\speakermusic-mixed2.wav" TargetMode="External"/><Relationship Id="rId15" Type="http://schemas.openxmlformats.org/officeDocument/2006/relationships/image" Target="../media/image40.png"/><Relationship Id="rId14" Type="http://schemas.microsoft.com/office/2007/relationships/media" Target="file:///C:\Users\ang\cs229a\lectures-slides\ica-audio\speakermusic-mixed1.wav" TargetMode="External"/><Relationship Id="rId13" Type="http://schemas.openxmlformats.org/officeDocument/2006/relationships/audio" Target="file:///C:\Users\ang\cs229a\lectures-slides\ica-audio\speakermusic-mixed1.wav" TargetMode="External"/><Relationship Id="rId12" Type="http://schemas.openxmlformats.org/officeDocument/2006/relationships/image" Target="../media/image39.png"/><Relationship Id="rId11" Type="http://schemas.microsoft.com/office/2007/relationships/media" Target="file:///C:\Users\ang\cs229a\lectures-slides\ica-audio\twospeakers-separated2.wav" TargetMode="External"/><Relationship Id="rId10" Type="http://schemas.openxmlformats.org/officeDocument/2006/relationships/audio" Target="file:///C:\Users\ang\cs229a\lectures-slides\ica-audio\twospeakers-separated2.wav" TargetMode="External"/><Relationship Id="rId1" Type="http://schemas.openxmlformats.org/officeDocument/2006/relationships/audio" Target="file:///C:\Users\ang\cs229a\lectures-slides\ica-audio\twospeakers-mixed1.wav" TargetMode="External"/></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38.xml"/><Relationship Id="rId2" Type="http://schemas.openxmlformats.org/officeDocument/2006/relationships/image" Target="../media/image43.png"/><Relationship Id="rId1" Type="http://schemas.openxmlformats.org/officeDocument/2006/relationships/customXml" Target="../ink/ink13.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50.xml"/><Relationship Id="rId2" Type="http://schemas.openxmlformats.org/officeDocument/2006/relationships/image" Target="../media/image44.png"/><Relationship Id="rId1" Type="http://schemas.openxmlformats.org/officeDocument/2006/relationships/customXml" Target="../ink/ink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4148665" y="931328"/>
            <a:ext cx="4953000" cy="142875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5400" dirty="0" smtClean="0">
                <a:solidFill>
                  <a:schemeClr val="tx1">
                    <a:lumMod val="75000"/>
                    <a:lumOff val="25000"/>
                  </a:schemeClr>
                </a:solidFill>
              </a:rPr>
              <a:t>Introduction</a:t>
            </a:r>
            <a:endParaRPr lang="en-US" dirty="0">
              <a:solidFill>
                <a:schemeClr val="tx1">
                  <a:lumMod val="75000"/>
                  <a:lumOff val="25000"/>
                </a:schemeClr>
              </a:solidFill>
            </a:endParaRPr>
          </a:p>
        </p:txBody>
      </p:sp>
      <p:cxnSp>
        <p:nvCxnSpPr>
          <p:cNvPr id="6" name="Straight Connector 5"/>
          <p:cNvCxnSpPr/>
          <p:nvPr/>
        </p:nvCxnSpPr>
        <p:spPr>
          <a:xfrm>
            <a:off x="4224865" y="2150528"/>
            <a:ext cx="4297680" cy="0"/>
          </a:xfrm>
          <a:prstGeom prst="line">
            <a:avLst/>
          </a:prstGeom>
        </p:spPr>
        <p:style>
          <a:lnRef idx="2">
            <a:schemeClr val="accent1"/>
          </a:lnRef>
          <a:fillRef idx="0">
            <a:schemeClr val="accent1"/>
          </a:fillRef>
          <a:effectRef idx="1">
            <a:schemeClr val="accent1"/>
          </a:effectRef>
          <a:fontRef idx="minor">
            <a:schemeClr val="tx1"/>
          </a:fontRef>
        </p:style>
      </p:cxnSp>
      <p:sp>
        <p:nvSpPr>
          <p:cNvPr id="14" name="Title 1"/>
          <p:cNvSpPr>
            <a:spLocks noGrp="1"/>
          </p:cNvSpPr>
          <p:nvPr>
            <p:ph type="ctrTitle"/>
          </p:nvPr>
        </p:nvSpPr>
        <p:spPr>
          <a:xfrm>
            <a:off x="4191000" y="2038350"/>
            <a:ext cx="4495800" cy="1625589"/>
          </a:xfrm>
        </p:spPr>
        <p:txBody>
          <a:bodyPr>
            <a:noAutofit/>
          </a:bodyPr>
          <a:lstStyle/>
          <a:p>
            <a:pPr algn="l"/>
            <a:r>
              <a:rPr lang="en-US" sz="6000" dirty="0" smtClean="0">
                <a:solidFill>
                  <a:schemeClr val="tx1">
                    <a:lumMod val="75000"/>
                    <a:lumOff val="25000"/>
                  </a:schemeClr>
                </a:solidFill>
              </a:rPr>
              <a:t>Welcome</a:t>
            </a:r>
            <a:endParaRPr lang="en-US" sz="6000" dirty="0">
              <a:solidFill>
                <a:schemeClr val="tx1">
                  <a:lumMod val="75000"/>
                  <a:lumOff val="25000"/>
                </a:schemeClr>
              </a:solidFill>
            </a:endParaRPr>
          </a:p>
        </p:txBody>
      </p:sp>
      <p:pic>
        <p:nvPicPr>
          <p:cNvPr id="2" name="Picture 2" descr="C:\Users\ang\Desktop\iStock_000012344803Large.jpg"/>
          <p:cNvPicPr>
            <a:picLocks noChangeAspect="1" noChangeArrowheads="1"/>
          </p:cNvPicPr>
          <p:nvPr/>
        </p:nvPicPr>
        <p:blipFill>
          <a:blip r:embed="rId1" cstate="print"/>
          <a:srcRect b="7246"/>
          <a:stretch>
            <a:fillRect/>
          </a:stretch>
        </p:blipFill>
        <p:spPr bwMode="auto">
          <a:xfrm>
            <a:off x="685800" y="361950"/>
            <a:ext cx="3200400" cy="3657600"/>
          </a:xfrm>
          <a:prstGeom prst="rect">
            <a:avLst/>
          </a:prstGeom>
          <a:noFill/>
        </p:spPr>
      </p:pic>
      <p:sp>
        <p:nvSpPr>
          <p:cNvPr id="7" name="Title 1"/>
          <p:cNvSpPr txBox="1"/>
          <p:nvPr/>
        </p:nvSpPr>
        <p:spPr>
          <a:xfrm>
            <a:off x="838200" y="3867150"/>
            <a:ext cx="2895600" cy="838200"/>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2400" b="0" i="0" u="none" strike="noStrike" kern="1200" cap="none" spc="0" normalizeH="0" baseline="0" noProof="0" dirty="0" smtClean="0">
                <a:ln>
                  <a:noFill/>
                </a:ln>
                <a:solidFill>
                  <a:schemeClr val="tx1">
                    <a:lumMod val="75000"/>
                    <a:lumOff val="25000"/>
                  </a:schemeClr>
                </a:solidFill>
                <a:effectLst/>
                <a:uLnTx/>
                <a:uFillTx/>
                <a:latin typeface="+mj-lt"/>
                <a:ea typeface="+mj-ea"/>
                <a:cs typeface="+mj-cs"/>
              </a:rPr>
              <a:t>Machine Learning</a:t>
            </a:r>
            <a:endParaRPr kumimoji="0" lang="en-US" sz="2400" b="0" i="0" u="none" strike="noStrike" kern="1200" cap="none" spc="0" normalizeH="0" baseline="0" noProof="0" dirty="0">
              <a:ln>
                <a:noFill/>
              </a:ln>
              <a:solidFill>
                <a:schemeClr val="tx1">
                  <a:lumMod val="75000"/>
                  <a:lumOff val="25000"/>
                </a:schemeClr>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ang\Desktop\Noname.png"/>
          <p:cNvPicPr>
            <a:picLocks noChangeAspect="1" noChangeArrowheads="1"/>
          </p:cNvPicPr>
          <p:nvPr/>
        </p:nvPicPr>
        <p:blipFill>
          <a:blip r:embed="rId1" cstate="print"/>
          <a:srcRect b="18462"/>
          <a:stretch>
            <a:fillRect/>
          </a:stretch>
        </p:blipFill>
        <p:spPr bwMode="auto">
          <a:xfrm>
            <a:off x="1143000" y="438150"/>
            <a:ext cx="6629400" cy="4267263"/>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98410" y="1764091"/>
            <a:ext cx="3978590" cy="1569660"/>
          </a:xfrm>
          <a:prstGeom prst="rect">
            <a:avLst/>
          </a:prstGeom>
          <a:noFill/>
        </p:spPr>
        <p:txBody>
          <a:bodyPr wrap="none" rtlCol="0">
            <a:spAutoFit/>
          </a:bodyPr>
          <a:lstStyle/>
          <a:p>
            <a:r>
              <a:rPr lang="en-US" sz="9600" dirty="0" smtClean="0">
                <a:latin typeface="Arial Black" panose="020B0A04020102020204" pitchFamily="34" charset="0"/>
              </a:rPr>
              <a:t>SPAM</a:t>
            </a:r>
            <a:endParaRPr lang="en-US" sz="9600" dirty="0">
              <a:latin typeface="Arial Black" panose="020B0A04020102020204" pitchFamily="34" charset="0"/>
            </a:endParaRPr>
          </a:p>
        </p:txBody>
      </p:sp>
      <p:sp>
        <p:nvSpPr>
          <p:cNvPr id="3" name="&quot;No&quot; Symbol 2"/>
          <p:cNvSpPr/>
          <p:nvPr/>
        </p:nvSpPr>
        <p:spPr>
          <a:xfrm rot="16200000">
            <a:off x="2281715" y="308641"/>
            <a:ext cx="4389120" cy="4480560"/>
          </a:xfrm>
          <a:prstGeom prst="noSmoking">
            <a:avLst>
              <a:gd name="adj" fmla="val 8822"/>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152400" y="63639"/>
            <a:ext cx="8991600" cy="4278094"/>
          </a:xfrm>
          <a:prstGeom prst="rect">
            <a:avLst/>
          </a:prstGeom>
          <a:noFill/>
          <a:ln w="9525">
            <a:noFill/>
            <a:miter lim="800000"/>
          </a:ln>
        </p:spPr>
        <p:txBody>
          <a:bodyPr wrap="square">
            <a:spAutoFit/>
          </a:bodyPr>
          <a:lstStyle/>
          <a:p>
            <a:pPr rtl="0" fontAlgn="base">
              <a:spcBef>
                <a:spcPct val="0"/>
              </a:spcBef>
              <a:spcAft>
                <a:spcPct val="0"/>
              </a:spcAft>
            </a:pPr>
            <a:r>
              <a:rPr lang="en-US" sz="2400" dirty="0" smtClean="0">
                <a:latin typeface="+mn-lt"/>
              </a:rPr>
              <a:t>Machine Learning</a:t>
            </a:r>
            <a:endParaRPr lang="en-US" sz="2400" dirty="0" smtClean="0">
              <a:latin typeface="+mn-lt"/>
            </a:endParaRPr>
          </a:p>
          <a:p>
            <a:pPr lvl="1">
              <a:buFontTx/>
              <a:buChar char="-"/>
            </a:pPr>
            <a:r>
              <a:rPr lang="en-US" sz="2400" dirty="0" smtClean="0">
                <a:latin typeface="+mn-lt"/>
              </a:rPr>
              <a:t> Grew out of work in AI</a:t>
            </a:r>
            <a:endParaRPr lang="en-US" sz="2400" dirty="0" smtClean="0">
              <a:latin typeface="+mn-lt"/>
            </a:endParaRPr>
          </a:p>
          <a:p>
            <a:pPr lvl="1">
              <a:buFontTx/>
              <a:buChar char="-"/>
            </a:pPr>
            <a:r>
              <a:rPr lang="en-US" sz="2400" dirty="0" smtClean="0"/>
              <a:t> New capability for computers </a:t>
            </a:r>
            <a:endParaRPr lang="en-US" sz="2400" dirty="0" smtClean="0"/>
          </a:p>
          <a:p>
            <a:pPr lvl="1"/>
            <a:endParaRPr lang="en-US" sz="800" dirty="0" smtClean="0">
              <a:latin typeface="+mn-lt"/>
            </a:endParaRPr>
          </a:p>
          <a:p>
            <a:r>
              <a:rPr lang="en-US" sz="2400" dirty="0" smtClean="0">
                <a:latin typeface="+mn-lt"/>
              </a:rPr>
              <a:t>Examples: </a:t>
            </a:r>
            <a:endParaRPr lang="en-US" sz="2400" dirty="0" smtClean="0">
              <a:latin typeface="+mn-lt"/>
            </a:endParaRPr>
          </a:p>
          <a:p>
            <a:pPr lvl="1">
              <a:buFontTx/>
              <a:buChar char="-"/>
            </a:pPr>
            <a:r>
              <a:rPr lang="en-US" sz="2400" dirty="0" smtClean="0">
                <a:latin typeface="+mn-lt"/>
              </a:rPr>
              <a:t> Database mining </a:t>
            </a:r>
            <a:endParaRPr lang="en-US" sz="2400" dirty="0" smtClean="0">
              <a:latin typeface="+mn-lt"/>
            </a:endParaRPr>
          </a:p>
          <a:p>
            <a:pPr lvl="2"/>
            <a:r>
              <a:rPr lang="en-US" sz="2400" dirty="0" smtClean="0"/>
              <a:t>Large datasets from growth of automation/web.  </a:t>
            </a:r>
            <a:endParaRPr lang="en-US" sz="2400" dirty="0" smtClean="0"/>
          </a:p>
          <a:p>
            <a:pPr lvl="2"/>
            <a:r>
              <a:rPr lang="en-US" sz="2400" dirty="0" smtClean="0">
                <a:latin typeface="+mn-lt"/>
              </a:rPr>
              <a:t>E.g., Web click</a:t>
            </a:r>
            <a:r>
              <a:rPr lang="en-US" sz="2400" dirty="0" smtClean="0"/>
              <a:t> data</a:t>
            </a:r>
            <a:r>
              <a:rPr lang="en-US" sz="2400" dirty="0" smtClean="0">
                <a:latin typeface="+mn-lt"/>
              </a:rPr>
              <a:t>, medical records, biology, engineering</a:t>
            </a:r>
            <a:endParaRPr lang="en-US" sz="2400" dirty="0" smtClean="0">
              <a:latin typeface="+mn-lt"/>
            </a:endParaRPr>
          </a:p>
          <a:p>
            <a:pPr lvl="1">
              <a:buFontTx/>
              <a:buChar char="-"/>
            </a:pPr>
            <a:r>
              <a:rPr lang="en-US" sz="2400" dirty="0">
                <a:latin typeface="+mn-lt"/>
              </a:rPr>
              <a:t> </a:t>
            </a:r>
            <a:r>
              <a:rPr lang="en-US" sz="2400" dirty="0" smtClean="0">
                <a:latin typeface="+mn-lt"/>
              </a:rPr>
              <a:t>Applications can’t program by hand.</a:t>
            </a:r>
            <a:endParaRPr lang="en-US" sz="2400" dirty="0" smtClean="0">
              <a:latin typeface="+mn-lt"/>
            </a:endParaRPr>
          </a:p>
          <a:p>
            <a:pPr lvl="2"/>
            <a:r>
              <a:rPr lang="en-US" sz="2400" dirty="0" smtClean="0"/>
              <a:t>E.g., Autonomous helicopter, handwriting recognition, most of Natural Language Processing (NLP), Computer Vision. </a:t>
            </a:r>
            <a:endParaRPr lang="en-US" sz="2400" dirty="0" smtClean="0">
              <a:latin typeface="+mn-lt"/>
            </a:endParaRPr>
          </a:p>
          <a:p>
            <a:pPr rtl="0" fontAlgn="base">
              <a:spcBef>
                <a:spcPct val="0"/>
              </a:spcBef>
              <a:spcAft>
                <a:spcPct val="0"/>
              </a:spcAft>
            </a:pPr>
            <a:endParaRPr lang="en-US" sz="2400" kern="1200" dirty="0">
              <a:latin typeface="+mn-lt"/>
              <a:ea typeface="+mn-ea"/>
              <a:cs typeface="Arial" panose="020B060402020209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152400" y="63639"/>
            <a:ext cx="8991600" cy="5401479"/>
          </a:xfrm>
          <a:prstGeom prst="rect">
            <a:avLst/>
          </a:prstGeom>
          <a:noFill/>
          <a:ln w="9525">
            <a:noFill/>
            <a:miter lim="800000"/>
          </a:ln>
        </p:spPr>
        <p:txBody>
          <a:bodyPr wrap="square">
            <a:spAutoFit/>
          </a:bodyPr>
          <a:lstStyle/>
          <a:p>
            <a:pPr rtl="0" fontAlgn="base">
              <a:spcBef>
                <a:spcPct val="0"/>
              </a:spcBef>
              <a:spcAft>
                <a:spcPct val="0"/>
              </a:spcAft>
            </a:pPr>
            <a:r>
              <a:rPr lang="en-US" sz="2400" dirty="0" smtClean="0">
                <a:latin typeface="+mn-lt"/>
              </a:rPr>
              <a:t>Machine Learning</a:t>
            </a:r>
            <a:endParaRPr lang="en-US" sz="2400" dirty="0" smtClean="0">
              <a:latin typeface="+mn-lt"/>
            </a:endParaRPr>
          </a:p>
          <a:p>
            <a:pPr lvl="1">
              <a:buFontTx/>
              <a:buChar char="-"/>
            </a:pPr>
            <a:r>
              <a:rPr lang="en-US" sz="2400" dirty="0" smtClean="0">
                <a:latin typeface="+mn-lt"/>
              </a:rPr>
              <a:t> Grew out of work in AI</a:t>
            </a:r>
            <a:endParaRPr lang="en-US" sz="2400" dirty="0" smtClean="0">
              <a:latin typeface="+mn-lt"/>
            </a:endParaRPr>
          </a:p>
          <a:p>
            <a:pPr lvl="1">
              <a:buFontTx/>
              <a:buChar char="-"/>
            </a:pPr>
            <a:r>
              <a:rPr lang="en-US" sz="2400" dirty="0" smtClean="0"/>
              <a:t> New capability for computers </a:t>
            </a:r>
            <a:endParaRPr lang="en-US" sz="2400" dirty="0" smtClean="0"/>
          </a:p>
          <a:p>
            <a:pPr lvl="1"/>
            <a:endParaRPr lang="en-US" sz="800" dirty="0" smtClean="0">
              <a:latin typeface="+mn-lt"/>
            </a:endParaRPr>
          </a:p>
          <a:p>
            <a:r>
              <a:rPr lang="en-US" sz="2400" dirty="0" smtClean="0">
                <a:latin typeface="+mn-lt"/>
              </a:rPr>
              <a:t>Examples: </a:t>
            </a:r>
            <a:endParaRPr lang="en-US" sz="2400" dirty="0" smtClean="0">
              <a:latin typeface="+mn-lt"/>
            </a:endParaRPr>
          </a:p>
          <a:p>
            <a:pPr lvl="1">
              <a:buFontTx/>
              <a:buChar char="-"/>
            </a:pPr>
            <a:r>
              <a:rPr lang="en-US" sz="2400" dirty="0" smtClean="0">
                <a:latin typeface="+mn-lt"/>
              </a:rPr>
              <a:t> Database mining </a:t>
            </a:r>
            <a:endParaRPr lang="en-US" sz="2400" dirty="0" smtClean="0">
              <a:latin typeface="+mn-lt"/>
            </a:endParaRPr>
          </a:p>
          <a:p>
            <a:pPr lvl="2"/>
            <a:r>
              <a:rPr lang="en-US" sz="2400" dirty="0" smtClean="0"/>
              <a:t>Large datasets from growth of automation/web.  </a:t>
            </a:r>
            <a:endParaRPr lang="en-US" sz="2400" dirty="0" smtClean="0"/>
          </a:p>
          <a:p>
            <a:pPr lvl="2"/>
            <a:r>
              <a:rPr lang="en-US" sz="2400" dirty="0" smtClean="0">
                <a:latin typeface="+mn-lt"/>
              </a:rPr>
              <a:t>E.g., Web click</a:t>
            </a:r>
            <a:r>
              <a:rPr lang="en-US" sz="2400" dirty="0" smtClean="0"/>
              <a:t> data</a:t>
            </a:r>
            <a:r>
              <a:rPr lang="en-US" sz="2400" dirty="0" smtClean="0">
                <a:latin typeface="+mn-lt"/>
              </a:rPr>
              <a:t>, medical records, biology, engineering</a:t>
            </a:r>
            <a:endParaRPr lang="en-US" sz="2400" dirty="0" smtClean="0">
              <a:latin typeface="+mn-lt"/>
            </a:endParaRPr>
          </a:p>
          <a:p>
            <a:pPr lvl="1">
              <a:buFontTx/>
              <a:buChar char="-"/>
            </a:pPr>
            <a:r>
              <a:rPr lang="en-US" sz="2400" dirty="0">
                <a:latin typeface="+mn-lt"/>
              </a:rPr>
              <a:t> </a:t>
            </a:r>
            <a:r>
              <a:rPr lang="en-US" sz="2400" dirty="0" smtClean="0">
                <a:latin typeface="+mn-lt"/>
              </a:rPr>
              <a:t>Applications can’t program by hand.</a:t>
            </a:r>
            <a:endParaRPr lang="en-US" sz="2400" dirty="0" smtClean="0">
              <a:latin typeface="+mn-lt"/>
            </a:endParaRPr>
          </a:p>
          <a:p>
            <a:pPr lvl="2"/>
            <a:r>
              <a:rPr lang="en-US" sz="2400" dirty="0" smtClean="0"/>
              <a:t>E.g., Autonomous helicopter, handwriting recognition, most of Natural Language Processing (NLP), Computer Vision. </a:t>
            </a:r>
            <a:endParaRPr lang="en-US" sz="2400" dirty="0" smtClean="0">
              <a:latin typeface="+mn-lt"/>
            </a:endParaRPr>
          </a:p>
          <a:p>
            <a:pPr lvl="1">
              <a:buFontTx/>
              <a:buChar char="-"/>
            </a:pPr>
            <a:r>
              <a:rPr lang="en-US" sz="2400" dirty="0" smtClean="0">
                <a:latin typeface="+mn-lt"/>
              </a:rPr>
              <a:t> Self-customizing programs</a:t>
            </a:r>
            <a:endParaRPr lang="en-US" sz="2400" dirty="0" smtClean="0">
              <a:latin typeface="+mn-lt"/>
            </a:endParaRPr>
          </a:p>
          <a:p>
            <a:pPr lvl="2"/>
            <a:r>
              <a:rPr lang="en-US" sz="2400" dirty="0" smtClean="0"/>
              <a:t>E.g., Amazon, Netflix product recommendations</a:t>
            </a:r>
            <a:endParaRPr lang="en-US" sz="2400" dirty="0" smtClean="0">
              <a:latin typeface="+mn-lt"/>
            </a:endParaRPr>
          </a:p>
          <a:p>
            <a:pPr lvl="1">
              <a:buFontTx/>
              <a:buChar char="-"/>
            </a:pPr>
            <a:r>
              <a:rPr lang="en-US" sz="2400" dirty="0">
                <a:latin typeface="+mn-lt"/>
              </a:rPr>
              <a:t> </a:t>
            </a:r>
            <a:r>
              <a:rPr lang="en-US" sz="2400" dirty="0" smtClean="0">
                <a:latin typeface="+mn-lt"/>
              </a:rPr>
              <a:t>Understanding </a:t>
            </a:r>
            <a:r>
              <a:rPr lang="en-US" sz="2400" dirty="0" smtClean="0"/>
              <a:t>human learning (brain, real AI).</a:t>
            </a:r>
            <a:endParaRPr lang="en-US" sz="2400" dirty="0" smtClean="0">
              <a:latin typeface="+mn-lt"/>
            </a:endParaRPr>
          </a:p>
          <a:p>
            <a:pPr rtl="0" fontAlgn="base">
              <a:spcBef>
                <a:spcPct val="0"/>
              </a:spcBef>
              <a:spcAft>
                <a:spcPct val="0"/>
              </a:spcAft>
            </a:pPr>
            <a:endParaRPr lang="en-US" sz="2400" kern="1200" dirty="0">
              <a:latin typeface="+mn-lt"/>
              <a:ea typeface="+mn-ea"/>
              <a:cs typeface="Arial" panose="020B0604020202090204" pitchFamily="34" charset="0"/>
            </a:endParaRPr>
          </a:p>
        </p:txBody>
      </p:sp>
      <p:pic>
        <p:nvPicPr>
          <p:cNvPr id="3" name="Picture 2" descr="heli-with-laser-2-Sept03"/>
          <p:cNvPicPr>
            <a:picLocks noChangeAspect="1" noChangeArrowheads="1"/>
          </p:cNvPicPr>
          <p:nvPr/>
        </p:nvPicPr>
        <p:blipFill>
          <a:blip r:embed="rId1" cstate="print"/>
          <a:srcRect/>
          <a:stretch>
            <a:fillRect/>
          </a:stretch>
        </p:blipFill>
        <p:spPr>
          <a:xfrm>
            <a:off x="990600" y="971550"/>
            <a:ext cx="7010400" cy="3259179"/>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3"/>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4148665" y="931328"/>
            <a:ext cx="4953000" cy="142875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5400" dirty="0" smtClean="0">
                <a:solidFill>
                  <a:schemeClr val="tx1">
                    <a:lumMod val="75000"/>
                    <a:lumOff val="25000"/>
                  </a:schemeClr>
                </a:solidFill>
              </a:rPr>
              <a:t>Introduction</a:t>
            </a:r>
            <a:endParaRPr lang="en-US" dirty="0">
              <a:solidFill>
                <a:schemeClr val="tx1">
                  <a:lumMod val="75000"/>
                  <a:lumOff val="25000"/>
                </a:schemeClr>
              </a:solidFill>
            </a:endParaRPr>
          </a:p>
        </p:txBody>
      </p:sp>
      <p:cxnSp>
        <p:nvCxnSpPr>
          <p:cNvPr id="6" name="Straight Connector 5"/>
          <p:cNvCxnSpPr/>
          <p:nvPr/>
        </p:nvCxnSpPr>
        <p:spPr>
          <a:xfrm>
            <a:off x="4224865" y="2150528"/>
            <a:ext cx="4297680" cy="0"/>
          </a:xfrm>
          <a:prstGeom prst="line">
            <a:avLst/>
          </a:prstGeom>
        </p:spPr>
        <p:style>
          <a:lnRef idx="2">
            <a:schemeClr val="accent1"/>
          </a:lnRef>
          <a:fillRef idx="0">
            <a:schemeClr val="accent1"/>
          </a:fillRef>
          <a:effectRef idx="1">
            <a:schemeClr val="accent1"/>
          </a:effectRef>
          <a:fontRef idx="minor">
            <a:schemeClr val="tx1"/>
          </a:fontRef>
        </p:style>
      </p:cxnSp>
      <p:sp>
        <p:nvSpPr>
          <p:cNvPr id="14" name="Title 1"/>
          <p:cNvSpPr>
            <a:spLocks noGrp="1"/>
          </p:cNvSpPr>
          <p:nvPr>
            <p:ph type="ctrTitle"/>
          </p:nvPr>
        </p:nvSpPr>
        <p:spPr>
          <a:xfrm>
            <a:off x="4191000" y="2266950"/>
            <a:ext cx="5105400" cy="1625589"/>
          </a:xfrm>
        </p:spPr>
        <p:txBody>
          <a:bodyPr>
            <a:noAutofit/>
          </a:bodyPr>
          <a:lstStyle/>
          <a:p>
            <a:pPr algn="l"/>
            <a:r>
              <a:rPr lang="en-US" sz="5400" dirty="0" smtClean="0">
                <a:solidFill>
                  <a:schemeClr val="tx1">
                    <a:lumMod val="75000"/>
                    <a:lumOff val="25000"/>
                  </a:schemeClr>
                </a:solidFill>
              </a:rPr>
              <a:t>What is machine learning</a:t>
            </a:r>
            <a:endParaRPr lang="en-US" sz="5400" dirty="0">
              <a:solidFill>
                <a:schemeClr val="tx1">
                  <a:lumMod val="75000"/>
                  <a:lumOff val="25000"/>
                </a:schemeClr>
              </a:solidFill>
            </a:endParaRPr>
          </a:p>
        </p:txBody>
      </p:sp>
      <p:pic>
        <p:nvPicPr>
          <p:cNvPr id="2" name="Picture 2" descr="C:\Users\ang\Desktop\iStock_000012344803Large.jpg"/>
          <p:cNvPicPr>
            <a:picLocks noChangeAspect="1" noChangeArrowheads="1"/>
          </p:cNvPicPr>
          <p:nvPr/>
        </p:nvPicPr>
        <p:blipFill>
          <a:blip r:embed="rId1" cstate="print"/>
          <a:srcRect b="7246"/>
          <a:stretch>
            <a:fillRect/>
          </a:stretch>
        </p:blipFill>
        <p:spPr bwMode="auto">
          <a:xfrm>
            <a:off x="685800" y="361950"/>
            <a:ext cx="3200400" cy="3657600"/>
          </a:xfrm>
          <a:prstGeom prst="rect">
            <a:avLst/>
          </a:prstGeom>
          <a:noFill/>
        </p:spPr>
      </p:pic>
      <p:sp>
        <p:nvSpPr>
          <p:cNvPr id="7" name="Title 1"/>
          <p:cNvSpPr txBox="1"/>
          <p:nvPr/>
        </p:nvSpPr>
        <p:spPr>
          <a:xfrm>
            <a:off x="838200" y="3867150"/>
            <a:ext cx="2895600" cy="838200"/>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2400" b="0" i="0" u="none" strike="noStrike" kern="1200" cap="none" spc="0" normalizeH="0" baseline="0" noProof="0" dirty="0" smtClean="0">
                <a:ln>
                  <a:noFill/>
                </a:ln>
                <a:solidFill>
                  <a:schemeClr val="tx1">
                    <a:lumMod val="75000"/>
                    <a:lumOff val="25000"/>
                  </a:schemeClr>
                </a:solidFill>
                <a:effectLst/>
                <a:uLnTx/>
                <a:uFillTx/>
                <a:latin typeface="+mj-lt"/>
                <a:ea typeface="+mj-ea"/>
                <a:cs typeface="+mj-cs"/>
              </a:rPr>
              <a:t>Machine Learning</a:t>
            </a:r>
            <a:endParaRPr kumimoji="0" lang="en-US" sz="2400" b="0" i="0" u="none" strike="noStrike" kern="1200" cap="none" spc="0" normalizeH="0" baseline="0" noProof="0" dirty="0">
              <a:ln>
                <a:noFill/>
              </a:ln>
              <a:solidFill>
                <a:schemeClr val="tx1">
                  <a:lumMod val="75000"/>
                  <a:lumOff val="25000"/>
                </a:schemeClr>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3" name="Rectangle 3"/>
          <p:cNvSpPr>
            <a:spLocks noGrp="1" noChangeArrowheads="1"/>
          </p:cNvSpPr>
          <p:nvPr>
            <p:ph type="body" idx="1"/>
          </p:nvPr>
        </p:nvSpPr>
        <p:spPr>
          <a:xfrm>
            <a:off x="762000" y="1028701"/>
            <a:ext cx="7696200" cy="3851672"/>
          </a:xfrm>
        </p:spPr>
        <p:txBody>
          <a:bodyPr>
            <a:normAutofit fontScale="92500" lnSpcReduction="10000"/>
          </a:bodyPr>
          <a:lstStyle/>
          <a:p>
            <a:pPr eaLnBrk="1" hangingPunct="1"/>
            <a:r>
              <a:rPr lang="en-US" sz="3000" dirty="0" smtClean="0"/>
              <a:t>Arthur Samuel (1959). Machine Learning: Field of study that gives computers the ability to learn without being explicitly programmed. </a:t>
            </a:r>
            <a:endParaRPr lang="en-US" sz="3000" dirty="0" smtClean="0"/>
          </a:p>
          <a:p>
            <a:pPr eaLnBrk="1" hangingPunct="1"/>
            <a:r>
              <a:rPr lang="en-US" sz="3000" dirty="0" smtClean="0"/>
              <a:t>Tom Mitchell (1998) Well-posed Learning Problem: A computer program is said to </a:t>
            </a:r>
            <a:r>
              <a:rPr lang="en-US" sz="3000" i="1" dirty="0" smtClean="0"/>
              <a:t>learn</a:t>
            </a:r>
            <a:r>
              <a:rPr lang="en-US" sz="3000" dirty="0" smtClean="0"/>
              <a:t> from experience E with respect to some task T and some performance measure P, if its performance on T, as measured by P, improves with experience E. </a:t>
            </a:r>
            <a:endParaRPr lang="en-US" sz="3000" dirty="0" smtClean="0"/>
          </a:p>
        </p:txBody>
      </p:sp>
      <p:sp>
        <p:nvSpPr>
          <p:cNvPr id="20483" name="Rectangle 5"/>
          <p:cNvSpPr>
            <a:spLocks noGrp="1" noChangeArrowheads="1"/>
          </p:cNvSpPr>
          <p:nvPr>
            <p:ph type="title"/>
          </p:nvPr>
        </p:nvSpPr>
        <p:spPr/>
        <p:txBody>
          <a:bodyPr/>
          <a:lstStyle/>
          <a:p>
            <a:pPr eaLnBrk="1" hangingPunct="1"/>
            <a:r>
              <a:rPr lang="en-US" smtClean="0"/>
              <a:t>Machine Learning definition</a:t>
            </a:r>
            <a:endParaRPr lang="en-US" smtClean="0"/>
          </a:p>
        </p:txBody>
      </p:sp>
      <p:grpSp>
        <p:nvGrpSpPr>
          <p:cNvPr id="2" name="Group 152"/>
          <p:cNvGrpSpPr/>
          <p:nvPr/>
        </p:nvGrpSpPr>
        <p:grpSpPr bwMode="auto">
          <a:xfrm>
            <a:off x="5791200" y="781050"/>
            <a:ext cx="2667000" cy="2667000"/>
            <a:chOff x="1555" y="1968"/>
            <a:chExt cx="2160" cy="2160"/>
          </a:xfrm>
        </p:grpSpPr>
        <p:grpSp>
          <p:nvGrpSpPr>
            <p:cNvPr id="3" name="Group 8"/>
            <p:cNvGrpSpPr/>
            <p:nvPr/>
          </p:nvGrpSpPr>
          <p:grpSpPr bwMode="auto">
            <a:xfrm>
              <a:off x="1828" y="1968"/>
              <a:ext cx="270" cy="2160"/>
              <a:chOff x="720" y="0"/>
              <a:chExt cx="576" cy="4608"/>
            </a:xfrm>
          </p:grpSpPr>
          <p:sp>
            <p:nvSpPr>
              <p:cNvPr id="20621" name="Rectangle 9"/>
              <p:cNvSpPr>
                <a:spLocks noChangeArrowheads="1"/>
              </p:cNvSpPr>
              <p:nvPr/>
            </p:nvSpPr>
            <p:spPr bwMode="auto">
              <a:xfrm>
                <a:off x="720" y="0"/>
                <a:ext cx="576" cy="576"/>
              </a:xfrm>
              <a:prstGeom prst="rect">
                <a:avLst/>
              </a:prstGeom>
              <a:solidFill>
                <a:srgbClr val="003300"/>
              </a:solidFill>
              <a:ln w="9525">
                <a:solidFill>
                  <a:schemeClr val="tx1"/>
                </a:solidFill>
                <a:miter lim="800000"/>
              </a:ln>
            </p:spPr>
            <p:txBody>
              <a:bodyPr wrap="none" anchor="ctr"/>
              <a:lstStyle/>
              <a:p>
                <a:endParaRPr lang="en-US"/>
              </a:p>
            </p:txBody>
          </p:sp>
          <p:sp>
            <p:nvSpPr>
              <p:cNvPr id="20622" name="Rectangle 10"/>
              <p:cNvSpPr>
                <a:spLocks noChangeArrowheads="1"/>
              </p:cNvSpPr>
              <p:nvPr/>
            </p:nvSpPr>
            <p:spPr bwMode="auto">
              <a:xfrm>
                <a:off x="720" y="576"/>
                <a:ext cx="576" cy="576"/>
              </a:xfrm>
              <a:prstGeom prst="rect">
                <a:avLst/>
              </a:prstGeom>
              <a:solidFill>
                <a:srgbClr val="C0C0C0"/>
              </a:solidFill>
              <a:ln w="9525">
                <a:solidFill>
                  <a:schemeClr val="tx1"/>
                </a:solidFill>
                <a:miter lim="800000"/>
              </a:ln>
            </p:spPr>
            <p:txBody>
              <a:bodyPr wrap="none" anchor="ctr"/>
              <a:lstStyle/>
              <a:p>
                <a:endParaRPr lang="en-US"/>
              </a:p>
            </p:txBody>
          </p:sp>
          <p:sp>
            <p:nvSpPr>
              <p:cNvPr id="20623" name="Rectangle 11"/>
              <p:cNvSpPr>
                <a:spLocks noChangeArrowheads="1"/>
              </p:cNvSpPr>
              <p:nvPr/>
            </p:nvSpPr>
            <p:spPr bwMode="auto">
              <a:xfrm>
                <a:off x="720" y="1152"/>
                <a:ext cx="576" cy="576"/>
              </a:xfrm>
              <a:prstGeom prst="rect">
                <a:avLst/>
              </a:prstGeom>
              <a:solidFill>
                <a:srgbClr val="003300"/>
              </a:solidFill>
              <a:ln w="9525">
                <a:solidFill>
                  <a:schemeClr val="tx1"/>
                </a:solidFill>
                <a:miter lim="800000"/>
              </a:ln>
            </p:spPr>
            <p:txBody>
              <a:bodyPr wrap="none" anchor="ctr"/>
              <a:lstStyle/>
              <a:p>
                <a:endParaRPr lang="en-US"/>
              </a:p>
            </p:txBody>
          </p:sp>
          <p:sp>
            <p:nvSpPr>
              <p:cNvPr id="20624" name="Rectangle 12"/>
              <p:cNvSpPr>
                <a:spLocks noChangeArrowheads="1"/>
              </p:cNvSpPr>
              <p:nvPr/>
            </p:nvSpPr>
            <p:spPr bwMode="auto">
              <a:xfrm>
                <a:off x="720" y="1728"/>
                <a:ext cx="576" cy="576"/>
              </a:xfrm>
              <a:prstGeom prst="rect">
                <a:avLst/>
              </a:prstGeom>
              <a:solidFill>
                <a:srgbClr val="C0C0C0"/>
              </a:solidFill>
              <a:ln w="9525">
                <a:solidFill>
                  <a:schemeClr val="tx1"/>
                </a:solidFill>
                <a:miter lim="800000"/>
              </a:ln>
            </p:spPr>
            <p:txBody>
              <a:bodyPr wrap="none" anchor="ctr"/>
              <a:lstStyle/>
              <a:p>
                <a:endParaRPr lang="en-US"/>
              </a:p>
            </p:txBody>
          </p:sp>
          <p:sp>
            <p:nvSpPr>
              <p:cNvPr id="20625" name="Rectangle 13"/>
              <p:cNvSpPr>
                <a:spLocks noChangeArrowheads="1"/>
              </p:cNvSpPr>
              <p:nvPr/>
            </p:nvSpPr>
            <p:spPr bwMode="auto">
              <a:xfrm>
                <a:off x="720" y="2304"/>
                <a:ext cx="576" cy="576"/>
              </a:xfrm>
              <a:prstGeom prst="rect">
                <a:avLst/>
              </a:prstGeom>
              <a:solidFill>
                <a:srgbClr val="003300"/>
              </a:solidFill>
              <a:ln w="9525">
                <a:solidFill>
                  <a:schemeClr val="tx1"/>
                </a:solidFill>
                <a:miter lim="800000"/>
              </a:ln>
            </p:spPr>
            <p:txBody>
              <a:bodyPr wrap="none" anchor="ctr"/>
              <a:lstStyle/>
              <a:p>
                <a:endParaRPr lang="en-US"/>
              </a:p>
            </p:txBody>
          </p:sp>
          <p:sp>
            <p:nvSpPr>
              <p:cNvPr id="20626" name="Rectangle 14"/>
              <p:cNvSpPr>
                <a:spLocks noChangeArrowheads="1"/>
              </p:cNvSpPr>
              <p:nvPr/>
            </p:nvSpPr>
            <p:spPr bwMode="auto">
              <a:xfrm>
                <a:off x="720" y="2880"/>
                <a:ext cx="576" cy="576"/>
              </a:xfrm>
              <a:prstGeom prst="rect">
                <a:avLst/>
              </a:prstGeom>
              <a:solidFill>
                <a:srgbClr val="C0C0C0"/>
              </a:solidFill>
              <a:ln w="9525">
                <a:solidFill>
                  <a:schemeClr val="tx1"/>
                </a:solidFill>
                <a:miter lim="800000"/>
              </a:ln>
            </p:spPr>
            <p:txBody>
              <a:bodyPr wrap="none" anchor="ctr"/>
              <a:lstStyle/>
              <a:p>
                <a:endParaRPr lang="en-US"/>
              </a:p>
            </p:txBody>
          </p:sp>
          <p:sp>
            <p:nvSpPr>
              <p:cNvPr id="20627" name="Rectangle 15"/>
              <p:cNvSpPr>
                <a:spLocks noChangeArrowheads="1"/>
              </p:cNvSpPr>
              <p:nvPr/>
            </p:nvSpPr>
            <p:spPr bwMode="auto">
              <a:xfrm>
                <a:off x="720" y="3456"/>
                <a:ext cx="576" cy="576"/>
              </a:xfrm>
              <a:prstGeom prst="rect">
                <a:avLst/>
              </a:prstGeom>
              <a:solidFill>
                <a:srgbClr val="003300"/>
              </a:solidFill>
              <a:ln w="9525">
                <a:solidFill>
                  <a:schemeClr val="tx1"/>
                </a:solidFill>
                <a:miter lim="800000"/>
              </a:ln>
            </p:spPr>
            <p:txBody>
              <a:bodyPr wrap="none" anchor="ctr"/>
              <a:lstStyle/>
              <a:p>
                <a:endParaRPr lang="en-US"/>
              </a:p>
            </p:txBody>
          </p:sp>
          <p:sp>
            <p:nvSpPr>
              <p:cNvPr id="20628" name="Rectangle 16"/>
              <p:cNvSpPr>
                <a:spLocks noChangeArrowheads="1"/>
              </p:cNvSpPr>
              <p:nvPr/>
            </p:nvSpPr>
            <p:spPr bwMode="auto">
              <a:xfrm>
                <a:off x="720" y="4032"/>
                <a:ext cx="576" cy="576"/>
              </a:xfrm>
              <a:prstGeom prst="rect">
                <a:avLst/>
              </a:prstGeom>
              <a:solidFill>
                <a:srgbClr val="C0C0C0"/>
              </a:solidFill>
              <a:ln w="9525">
                <a:solidFill>
                  <a:schemeClr val="tx1"/>
                </a:solidFill>
                <a:miter lim="800000"/>
              </a:ln>
            </p:spPr>
            <p:txBody>
              <a:bodyPr wrap="none" anchor="ctr"/>
              <a:lstStyle/>
              <a:p>
                <a:endParaRPr lang="en-US"/>
              </a:p>
            </p:txBody>
          </p:sp>
        </p:grpSp>
        <p:grpSp>
          <p:nvGrpSpPr>
            <p:cNvPr id="4" name="Group 17"/>
            <p:cNvGrpSpPr/>
            <p:nvPr/>
          </p:nvGrpSpPr>
          <p:grpSpPr bwMode="auto">
            <a:xfrm rot="10800000">
              <a:off x="2098" y="1968"/>
              <a:ext cx="269" cy="2160"/>
              <a:chOff x="720" y="0"/>
              <a:chExt cx="576" cy="4608"/>
            </a:xfrm>
          </p:grpSpPr>
          <p:sp>
            <p:nvSpPr>
              <p:cNvPr id="20613" name="Rectangle 18"/>
              <p:cNvSpPr>
                <a:spLocks noChangeArrowheads="1"/>
              </p:cNvSpPr>
              <p:nvPr/>
            </p:nvSpPr>
            <p:spPr bwMode="auto">
              <a:xfrm>
                <a:off x="720" y="0"/>
                <a:ext cx="576" cy="576"/>
              </a:xfrm>
              <a:prstGeom prst="rect">
                <a:avLst/>
              </a:prstGeom>
              <a:solidFill>
                <a:srgbClr val="003300"/>
              </a:solidFill>
              <a:ln w="9525">
                <a:solidFill>
                  <a:schemeClr val="tx1"/>
                </a:solidFill>
                <a:miter lim="800000"/>
              </a:ln>
            </p:spPr>
            <p:txBody>
              <a:bodyPr wrap="none" anchor="ctr"/>
              <a:lstStyle/>
              <a:p>
                <a:endParaRPr lang="en-US"/>
              </a:p>
            </p:txBody>
          </p:sp>
          <p:sp>
            <p:nvSpPr>
              <p:cNvPr id="20614" name="Rectangle 19"/>
              <p:cNvSpPr>
                <a:spLocks noChangeArrowheads="1"/>
              </p:cNvSpPr>
              <p:nvPr/>
            </p:nvSpPr>
            <p:spPr bwMode="auto">
              <a:xfrm>
                <a:off x="720" y="576"/>
                <a:ext cx="576" cy="576"/>
              </a:xfrm>
              <a:prstGeom prst="rect">
                <a:avLst/>
              </a:prstGeom>
              <a:solidFill>
                <a:srgbClr val="C0C0C0"/>
              </a:solidFill>
              <a:ln w="9525">
                <a:solidFill>
                  <a:schemeClr val="tx1"/>
                </a:solidFill>
                <a:miter lim="800000"/>
              </a:ln>
            </p:spPr>
            <p:txBody>
              <a:bodyPr wrap="none" anchor="ctr"/>
              <a:lstStyle/>
              <a:p>
                <a:endParaRPr lang="en-US"/>
              </a:p>
            </p:txBody>
          </p:sp>
          <p:sp>
            <p:nvSpPr>
              <p:cNvPr id="20615" name="Rectangle 20"/>
              <p:cNvSpPr>
                <a:spLocks noChangeArrowheads="1"/>
              </p:cNvSpPr>
              <p:nvPr/>
            </p:nvSpPr>
            <p:spPr bwMode="auto">
              <a:xfrm>
                <a:off x="720" y="1152"/>
                <a:ext cx="576" cy="576"/>
              </a:xfrm>
              <a:prstGeom prst="rect">
                <a:avLst/>
              </a:prstGeom>
              <a:solidFill>
                <a:srgbClr val="003300"/>
              </a:solidFill>
              <a:ln w="9525">
                <a:solidFill>
                  <a:schemeClr val="tx1"/>
                </a:solidFill>
                <a:miter lim="800000"/>
              </a:ln>
            </p:spPr>
            <p:txBody>
              <a:bodyPr wrap="none" anchor="ctr"/>
              <a:lstStyle/>
              <a:p>
                <a:endParaRPr lang="en-US"/>
              </a:p>
            </p:txBody>
          </p:sp>
          <p:sp>
            <p:nvSpPr>
              <p:cNvPr id="20616" name="Rectangle 21"/>
              <p:cNvSpPr>
                <a:spLocks noChangeArrowheads="1"/>
              </p:cNvSpPr>
              <p:nvPr/>
            </p:nvSpPr>
            <p:spPr bwMode="auto">
              <a:xfrm>
                <a:off x="720" y="1728"/>
                <a:ext cx="576" cy="576"/>
              </a:xfrm>
              <a:prstGeom prst="rect">
                <a:avLst/>
              </a:prstGeom>
              <a:solidFill>
                <a:srgbClr val="C0C0C0"/>
              </a:solidFill>
              <a:ln w="9525">
                <a:solidFill>
                  <a:schemeClr val="tx1"/>
                </a:solidFill>
                <a:miter lim="800000"/>
              </a:ln>
            </p:spPr>
            <p:txBody>
              <a:bodyPr wrap="none" anchor="ctr"/>
              <a:lstStyle/>
              <a:p>
                <a:endParaRPr lang="en-US"/>
              </a:p>
            </p:txBody>
          </p:sp>
          <p:sp>
            <p:nvSpPr>
              <p:cNvPr id="20617" name="Rectangle 22"/>
              <p:cNvSpPr>
                <a:spLocks noChangeArrowheads="1"/>
              </p:cNvSpPr>
              <p:nvPr/>
            </p:nvSpPr>
            <p:spPr bwMode="auto">
              <a:xfrm>
                <a:off x="720" y="2304"/>
                <a:ext cx="576" cy="576"/>
              </a:xfrm>
              <a:prstGeom prst="rect">
                <a:avLst/>
              </a:prstGeom>
              <a:solidFill>
                <a:srgbClr val="003300"/>
              </a:solidFill>
              <a:ln w="9525">
                <a:solidFill>
                  <a:schemeClr val="tx1"/>
                </a:solidFill>
                <a:miter lim="800000"/>
              </a:ln>
            </p:spPr>
            <p:txBody>
              <a:bodyPr wrap="none" anchor="ctr"/>
              <a:lstStyle/>
              <a:p>
                <a:endParaRPr lang="en-US"/>
              </a:p>
            </p:txBody>
          </p:sp>
          <p:sp>
            <p:nvSpPr>
              <p:cNvPr id="20618" name="Rectangle 23"/>
              <p:cNvSpPr>
                <a:spLocks noChangeArrowheads="1"/>
              </p:cNvSpPr>
              <p:nvPr/>
            </p:nvSpPr>
            <p:spPr bwMode="auto">
              <a:xfrm>
                <a:off x="720" y="2880"/>
                <a:ext cx="576" cy="576"/>
              </a:xfrm>
              <a:prstGeom prst="rect">
                <a:avLst/>
              </a:prstGeom>
              <a:solidFill>
                <a:srgbClr val="C0C0C0"/>
              </a:solidFill>
              <a:ln w="9525">
                <a:solidFill>
                  <a:schemeClr val="tx1"/>
                </a:solidFill>
                <a:miter lim="800000"/>
              </a:ln>
            </p:spPr>
            <p:txBody>
              <a:bodyPr wrap="none" anchor="ctr"/>
              <a:lstStyle/>
              <a:p>
                <a:endParaRPr lang="en-US"/>
              </a:p>
            </p:txBody>
          </p:sp>
          <p:sp>
            <p:nvSpPr>
              <p:cNvPr id="20619" name="Rectangle 24"/>
              <p:cNvSpPr>
                <a:spLocks noChangeArrowheads="1"/>
              </p:cNvSpPr>
              <p:nvPr/>
            </p:nvSpPr>
            <p:spPr bwMode="auto">
              <a:xfrm>
                <a:off x="720" y="3456"/>
                <a:ext cx="576" cy="576"/>
              </a:xfrm>
              <a:prstGeom prst="rect">
                <a:avLst/>
              </a:prstGeom>
              <a:solidFill>
                <a:srgbClr val="003300"/>
              </a:solidFill>
              <a:ln w="9525">
                <a:solidFill>
                  <a:schemeClr val="tx1"/>
                </a:solidFill>
                <a:miter lim="800000"/>
              </a:ln>
            </p:spPr>
            <p:txBody>
              <a:bodyPr wrap="none" anchor="ctr"/>
              <a:lstStyle/>
              <a:p>
                <a:endParaRPr lang="en-US"/>
              </a:p>
            </p:txBody>
          </p:sp>
          <p:sp>
            <p:nvSpPr>
              <p:cNvPr id="20620" name="Rectangle 25"/>
              <p:cNvSpPr>
                <a:spLocks noChangeArrowheads="1"/>
              </p:cNvSpPr>
              <p:nvPr/>
            </p:nvSpPr>
            <p:spPr bwMode="auto">
              <a:xfrm>
                <a:off x="720" y="4032"/>
                <a:ext cx="576" cy="576"/>
              </a:xfrm>
              <a:prstGeom prst="rect">
                <a:avLst/>
              </a:prstGeom>
              <a:solidFill>
                <a:srgbClr val="C0C0C0"/>
              </a:solidFill>
              <a:ln w="9525">
                <a:solidFill>
                  <a:schemeClr val="tx1"/>
                </a:solidFill>
                <a:miter lim="800000"/>
              </a:ln>
            </p:spPr>
            <p:txBody>
              <a:bodyPr wrap="none" anchor="ctr"/>
              <a:lstStyle/>
              <a:p>
                <a:endParaRPr lang="en-US"/>
              </a:p>
            </p:txBody>
          </p:sp>
        </p:grpSp>
        <p:grpSp>
          <p:nvGrpSpPr>
            <p:cNvPr id="5" name="Group 26"/>
            <p:cNvGrpSpPr/>
            <p:nvPr/>
          </p:nvGrpSpPr>
          <p:grpSpPr bwMode="auto">
            <a:xfrm>
              <a:off x="2367" y="1968"/>
              <a:ext cx="270" cy="2160"/>
              <a:chOff x="720" y="0"/>
              <a:chExt cx="576" cy="4608"/>
            </a:xfrm>
          </p:grpSpPr>
          <p:sp>
            <p:nvSpPr>
              <p:cNvPr id="20605" name="Rectangle 27"/>
              <p:cNvSpPr>
                <a:spLocks noChangeArrowheads="1"/>
              </p:cNvSpPr>
              <p:nvPr/>
            </p:nvSpPr>
            <p:spPr bwMode="auto">
              <a:xfrm>
                <a:off x="720" y="0"/>
                <a:ext cx="576" cy="576"/>
              </a:xfrm>
              <a:prstGeom prst="rect">
                <a:avLst/>
              </a:prstGeom>
              <a:solidFill>
                <a:srgbClr val="003300"/>
              </a:solidFill>
              <a:ln w="9525">
                <a:solidFill>
                  <a:schemeClr val="tx1"/>
                </a:solidFill>
                <a:miter lim="800000"/>
              </a:ln>
            </p:spPr>
            <p:txBody>
              <a:bodyPr wrap="none" anchor="ctr"/>
              <a:lstStyle/>
              <a:p>
                <a:endParaRPr lang="en-US"/>
              </a:p>
            </p:txBody>
          </p:sp>
          <p:sp>
            <p:nvSpPr>
              <p:cNvPr id="20606" name="Rectangle 28"/>
              <p:cNvSpPr>
                <a:spLocks noChangeArrowheads="1"/>
              </p:cNvSpPr>
              <p:nvPr/>
            </p:nvSpPr>
            <p:spPr bwMode="auto">
              <a:xfrm>
                <a:off x="720" y="576"/>
                <a:ext cx="576" cy="576"/>
              </a:xfrm>
              <a:prstGeom prst="rect">
                <a:avLst/>
              </a:prstGeom>
              <a:solidFill>
                <a:srgbClr val="C0C0C0"/>
              </a:solidFill>
              <a:ln w="9525">
                <a:solidFill>
                  <a:schemeClr val="tx1"/>
                </a:solidFill>
                <a:miter lim="800000"/>
              </a:ln>
            </p:spPr>
            <p:txBody>
              <a:bodyPr wrap="none" anchor="ctr"/>
              <a:lstStyle/>
              <a:p>
                <a:endParaRPr lang="en-US"/>
              </a:p>
            </p:txBody>
          </p:sp>
          <p:sp>
            <p:nvSpPr>
              <p:cNvPr id="20607" name="Rectangle 29"/>
              <p:cNvSpPr>
                <a:spLocks noChangeArrowheads="1"/>
              </p:cNvSpPr>
              <p:nvPr/>
            </p:nvSpPr>
            <p:spPr bwMode="auto">
              <a:xfrm>
                <a:off x="720" y="1152"/>
                <a:ext cx="576" cy="576"/>
              </a:xfrm>
              <a:prstGeom prst="rect">
                <a:avLst/>
              </a:prstGeom>
              <a:solidFill>
                <a:srgbClr val="003300"/>
              </a:solidFill>
              <a:ln w="9525">
                <a:solidFill>
                  <a:schemeClr val="tx1"/>
                </a:solidFill>
                <a:miter lim="800000"/>
              </a:ln>
            </p:spPr>
            <p:txBody>
              <a:bodyPr wrap="none" anchor="ctr"/>
              <a:lstStyle/>
              <a:p>
                <a:endParaRPr lang="en-US"/>
              </a:p>
            </p:txBody>
          </p:sp>
          <p:sp>
            <p:nvSpPr>
              <p:cNvPr id="20608" name="Rectangle 30"/>
              <p:cNvSpPr>
                <a:spLocks noChangeArrowheads="1"/>
              </p:cNvSpPr>
              <p:nvPr/>
            </p:nvSpPr>
            <p:spPr bwMode="auto">
              <a:xfrm>
                <a:off x="720" y="1728"/>
                <a:ext cx="576" cy="576"/>
              </a:xfrm>
              <a:prstGeom prst="rect">
                <a:avLst/>
              </a:prstGeom>
              <a:solidFill>
                <a:srgbClr val="C0C0C0"/>
              </a:solidFill>
              <a:ln w="9525">
                <a:solidFill>
                  <a:schemeClr val="tx1"/>
                </a:solidFill>
                <a:miter lim="800000"/>
              </a:ln>
            </p:spPr>
            <p:txBody>
              <a:bodyPr wrap="none" anchor="ctr"/>
              <a:lstStyle/>
              <a:p>
                <a:endParaRPr lang="en-US"/>
              </a:p>
            </p:txBody>
          </p:sp>
          <p:sp>
            <p:nvSpPr>
              <p:cNvPr id="20609" name="Rectangle 31"/>
              <p:cNvSpPr>
                <a:spLocks noChangeArrowheads="1"/>
              </p:cNvSpPr>
              <p:nvPr/>
            </p:nvSpPr>
            <p:spPr bwMode="auto">
              <a:xfrm>
                <a:off x="720" y="2304"/>
                <a:ext cx="576" cy="576"/>
              </a:xfrm>
              <a:prstGeom prst="rect">
                <a:avLst/>
              </a:prstGeom>
              <a:solidFill>
                <a:srgbClr val="003300"/>
              </a:solidFill>
              <a:ln w="9525">
                <a:solidFill>
                  <a:schemeClr val="tx1"/>
                </a:solidFill>
                <a:miter lim="800000"/>
              </a:ln>
            </p:spPr>
            <p:txBody>
              <a:bodyPr wrap="none" anchor="ctr"/>
              <a:lstStyle/>
              <a:p>
                <a:endParaRPr lang="en-US"/>
              </a:p>
            </p:txBody>
          </p:sp>
          <p:sp>
            <p:nvSpPr>
              <p:cNvPr id="20610" name="Rectangle 32"/>
              <p:cNvSpPr>
                <a:spLocks noChangeArrowheads="1"/>
              </p:cNvSpPr>
              <p:nvPr/>
            </p:nvSpPr>
            <p:spPr bwMode="auto">
              <a:xfrm>
                <a:off x="720" y="2880"/>
                <a:ext cx="576" cy="576"/>
              </a:xfrm>
              <a:prstGeom prst="rect">
                <a:avLst/>
              </a:prstGeom>
              <a:solidFill>
                <a:srgbClr val="C0C0C0"/>
              </a:solidFill>
              <a:ln w="9525">
                <a:solidFill>
                  <a:schemeClr val="tx1"/>
                </a:solidFill>
                <a:miter lim="800000"/>
              </a:ln>
            </p:spPr>
            <p:txBody>
              <a:bodyPr wrap="none" anchor="ctr"/>
              <a:lstStyle/>
              <a:p>
                <a:endParaRPr lang="en-US"/>
              </a:p>
            </p:txBody>
          </p:sp>
          <p:sp>
            <p:nvSpPr>
              <p:cNvPr id="20611" name="Rectangle 33"/>
              <p:cNvSpPr>
                <a:spLocks noChangeArrowheads="1"/>
              </p:cNvSpPr>
              <p:nvPr/>
            </p:nvSpPr>
            <p:spPr bwMode="auto">
              <a:xfrm>
                <a:off x="720" y="3456"/>
                <a:ext cx="576" cy="576"/>
              </a:xfrm>
              <a:prstGeom prst="rect">
                <a:avLst/>
              </a:prstGeom>
              <a:solidFill>
                <a:srgbClr val="003300"/>
              </a:solidFill>
              <a:ln w="9525">
                <a:solidFill>
                  <a:schemeClr val="tx1"/>
                </a:solidFill>
                <a:miter lim="800000"/>
              </a:ln>
            </p:spPr>
            <p:txBody>
              <a:bodyPr wrap="none" anchor="ctr"/>
              <a:lstStyle/>
              <a:p>
                <a:endParaRPr lang="en-US"/>
              </a:p>
            </p:txBody>
          </p:sp>
          <p:sp>
            <p:nvSpPr>
              <p:cNvPr id="20612" name="Rectangle 34"/>
              <p:cNvSpPr>
                <a:spLocks noChangeArrowheads="1"/>
              </p:cNvSpPr>
              <p:nvPr/>
            </p:nvSpPr>
            <p:spPr bwMode="auto">
              <a:xfrm>
                <a:off x="720" y="4032"/>
                <a:ext cx="576" cy="576"/>
              </a:xfrm>
              <a:prstGeom prst="rect">
                <a:avLst/>
              </a:prstGeom>
              <a:solidFill>
                <a:srgbClr val="C0C0C0"/>
              </a:solidFill>
              <a:ln w="9525">
                <a:solidFill>
                  <a:schemeClr val="tx1"/>
                </a:solidFill>
                <a:miter lim="800000"/>
              </a:ln>
            </p:spPr>
            <p:txBody>
              <a:bodyPr wrap="none" anchor="ctr"/>
              <a:lstStyle/>
              <a:p>
                <a:endParaRPr lang="en-US"/>
              </a:p>
            </p:txBody>
          </p:sp>
        </p:grpSp>
        <p:grpSp>
          <p:nvGrpSpPr>
            <p:cNvPr id="6" name="Group 35"/>
            <p:cNvGrpSpPr/>
            <p:nvPr/>
          </p:nvGrpSpPr>
          <p:grpSpPr bwMode="auto">
            <a:xfrm rot="10800000">
              <a:off x="2637" y="1968"/>
              <a:ext cx="269" cy="2160"/>
              <a:chOff x="720" y="0"/>
              <a:chExt cx="576" cy="4608"/>
            </a:xfrm>
          </p:grpSpPr>
          <p:sp>
            <p:nvSpPr>
              <p:cNvPr id="20597" name="Rectangle 36"/>
              <p:cNvSpPr>
                <a:spLocks noChangeArrowheads="1"/>
              </p:cNvSpPr>
              <p:nvPr/>
            </p:nvSpPr>
            <p:spPr bwMode="auto">
              <a:xfrm>
                <a:off x="720" y="0"/>
                <a:ext cx="576" cy="576"/>
              </a:xfrm>
              <a:prstGeom prst="rect">
                <a:avLst/>
              </a:prstGeom>
              <a:solidFill>
                <a:srgbClr val="003300"/>
              </a:solidFill>
              <a:ln w="9525">
                <a:solidFill>
                  <a:schemeClr val="tx1"/>
                </a:solidFill>
                <a:miter lim="800000"/>
              </a:ln>
            </p:spPr>
            <p:txBody>
              <a:bodyPr wrap="none" anchor="ctr"/>
              <a:lstStyle/>
              <a:p>
                <a:endParaRPr lang="en-US"/>
              </a:p>
            </p:txBody>
          </p:sp>
          <p:sp>
            <p:nvSpPr>
              <p:cNvPr id="20598" name="Rectangle 37"/>
              <p:cNvSpPr>
                <a:spLocks noChangeArrowheads="1"/>
              </p:cNvSpPr>
              <p:nvPr/>
            </p:nvSpPr>
            <p:spPr bwMode="auto">
              <a:xfrm>
                <a:off x="720" y="576"/>
                <a:ext cx="576" cy="576"/>
              </a:xfrm>
              <a:prstGeom prst="rect">
                <a:avLst/>
              </a:prstGeom>
              <a:solidFill>
                <a:srgbClr val="C0C0C0"/>
              </a:solidFill>
              <a:ln w="9525">
                <a:solidFill>
                  <a:schemeClr val="tx1"/>
                </a:solidFill>
                <a:miter lim="800000"/>
              </a:ln>
            </p:spPr>
            <p:txBody>
              <a:bodyPr wrap="none" anchor="ctr"/>
              <a:lstStyle/>
              <a:p>
                <a:endParaRPr lang="en-US"/>
              </a:p>
            </p:txBody>
          </p:sp>
          <p:sp>
            <p:nvSpPr>
              <p:cNvPr id="20599" name="Rectangle 38"/>
              <p:cNvSpPr>
                <a:spLocks noChangeArrowheads="1"/>
              </p:cNvSpPr>
              <p:nvPr/>
            </p:nvSpPr>
            <p:spPr bwMode="auto">
              <a:xfrm>
                <a:off x="720" y="1152"/>
                <a:ext cx="576" cy="576"/>
              </a:xfrm>
              <a:prstGeom prst="rect">
                <a:avLst/>
              </a:prstGeom>
              <a:solidFill>
                <a:srgbClr val="003300"/>
              </a:solidFill>
              <a:ln w="9525">
                <a:solidFill>
                  <a:schemeClr val="tx1"/>
                </a:solidFill>
                <a:miter lim="800000"/>
              </a:ln>
            </p:spPr>
            <p:txBody>
              <a:bodyPr wrap="none" anchor="ctr"/>
              <a:lstStyle/>
              <a:p>
                <a:endParaRPr lang="en-US"/>
              </a:p>
            </p:txBody>
          </p:sp>
          <p:sp>
            <p:nvSpPr>
              <p:cNvPr id="20600" name="Rectangle 39"/>
              <p:cNvSpPr>
                <a:spLocks noChangeArrowheads="1"/>
              </p:cNvSpPr>
              <p:nvPr/>
            </p:nvSpPr>
            <p:spPr bwMode="auto">
              <a:xfrm>
                <a:off x="720" y="1728"/>
                <a:ext cx="576" cy="576"/>
              </a:xfrm>
              <a:prstGeom prst="rect">
                <a:avLst/>
              </a:prstGeom>
              <a:solidFill>
                <a:srgbClr val="C0C0C0"/>
              </a:solidFill>
              <a:ln w="9525">
                <a:solidFill>
                  <a:schemeClr val="tx1"/>
                </a:solidFill>
                <a:miter lim="800000"/>
              </a:ln>
            </p:spPr>
            <p:txBody>
              <a:bodyPr wrap="none" anchor="ctr"/>
              <a:lstStyle/>
              <a:p>
                <a:endParaRPr lang="en-US"/>
              </a:p>
            </p:txBody>
          </p:sp>
          <p:sp>
            <p:nvSpPr>
              <p:cNvPr id="20601" name="Rectangle 40"/>
              <p:cNvSpPr>
                <a:spLocks noChangeArrowheads="1"/>
              </p:cNvSpPr>
              <p:nvPr/>
            </p:nvSpPr>
            <p:spPr bwMode="auto">
              <a:xfrm>
                <a:off x="720" y="2304"/>
                <a:ext cx="576" cy="576"/>
              </a:xfrm>
              <a:prstGeom prst="rect">
                <a:avLst/>
              </a:prstGeom>
              <a:solidFill>
                <a:srgbClr val="003300"/>
              </a:solidFill>
              <a:ln w="9525">
                <a:solidFill>
                  <a:schemeClr val="tx1"/>
                </a:solidFill>
                <a:miter lim="800000"/>
              </a:ln>
            </p:spPr>
            <p:txBody>
              <a:bodyPr wrap="none" anchor="ctr"/>
              <a:lstStyle/>
              <a:p>
                <a:endParaRPr lang="en-US"/>
              </a:p>
            </p:txBody>
          </p:sp>
          <p:sp>
            <p:nvSpPr>
              <p:cNvPr id="20602" name="Rectangle 41"/>
              <p:cNvSpPr>
                <a:spLocks noChangeArrowheads="1"/>
              </p:cNvSpPr>
              <p:nvPr/>
            </p:nvSpPr>
            <p:spPr bwMode="auto">
              <a:xfrm>
                <a:off x="720" y="2880"/>
                <a:ext cx="576" cy="576"/>
              </a:xfrm>
              <a:prstGeom prst="rect">
                <a:avLst/>
              </a:prstGeom>
              <a:solidFill>
                <a:srgbClr val="C0C0C0"/>
              </a:solidFill>
              <a:ln w="9525">
                <a:solidFill>
                  <a:schemeClr val="tx1"/>
                </a:solidFill>
                <a:miter lim="800000"/>
              </a:ln>
            </p:spPr>
            <p:txBody>
              <a:bodyPr wrap="none" anchor="ctr"/>
              <a:lstStyle/>
              <a:p>
                <a:endParaRPr lang="en-US"/>
              </a:p>
            </p:txBody>
          </p:sp>
          <p:sp>
            <p:nvSpPr>
              <p:cNvPr id="20603" name="Rectangle 42"/>
              <p:cNvSpPr>
                <a:spLocks noChangeArrowheads="1"/>
              </p:cNvSpPr>
              <p:nvPr/>
            </p:nvSpPr>
            <p:spPr bwMode="auto">
              <a:xfrm>
                <a:off x="720" y="3456"/>
                <a:ext cx="576" cy="576"/>
              </a:xfrm>
              <a:prstGeom prst="rect">
                <a:avLst/>
              </a:prstGeom>
              <a:solidFill>
                <a:srgbClr val="003300"/>
              </a:solidFill>
              <a:ln w="9525">
                <a:solidFill>
                  <a:schemeClr val="tx1"/>
                </a:solidFill>
                <a:miter lim="800000"/>
              </a:ln>
            </p:spPr>
            <p:txBody>
              <a:bodyPr wrap="none" anchor="ctr"/>
              <a:lstStyle/>
              <a:p>
                <a:endParaRPr lang="en-US"/>
              </a:p>
            </p:txBody>
          </p:sp>
          <p:sp>
            <p:nvSpPr>
              <p:cNvPr id="20604" name="Rectangle 43"/>
              <p:cNvSpPr>
                <a:spLocks noChangeArrowheads="1"/>
              </p:cNvSpPr>
              <p:nvPr/>
            </p:nvSpPr>
            <p:spPr bwMode="auto">
              <a:xfrm>
                <a:off x="720" y="4032"/>
                <a:ext cx="576" cy="576"/>
              </a:xfrm>
              <a:prstGeom prst="rect">
                <a:avLst/>
              </a:prstGeom>
              <a:solidFill>
                <a:srgbClr val="C0C0C0"/>
              </a:solidFill>
              <a:ln w="9525">
                <a:solidFill>
                  <a:schemeClr val="tx1"/>
                </a:solidFill>
                <a:miter lim="800000"/>
              </a:ln>
            </p:spPr>
            <p:txBody>
              <a:bodyPr wrap="none" anchor="ctr"/>
              <a:lstStyle/>
              <a:p>
                <a:endParaRPr lang="en-US"/>
              </a:p>
            </p:txBody>
          </p:sp>
        </p:grpSp>
        <p:grpSp>
          <p:nvGrpSpPr>
            <p:cNvPr id="7" name="Group 44"/>
            <p:cNvGrpSpPr/>
            <p:nvPr/>
          </p:nvGrpSpPr>
          <p:grpSpPr bwMode="auto">
            <a:xfrm>
              <a:off x="2906" y="1968"/>
              <a:ext cx="270" cy="2160"/>
              <a:chOff x="720" y="0"/>
              <a:chExt cx="576" cy="4608"/>
            </a:xfrm>
          </p:grpSpPr>
          <p:sp>
            <p:nvSpPr>
              <p:cNvPr id="20589" name="Rectangle 45"/>
              <p:cNvSpPr>
                <a:spLocks noChangeArrowheads="1"/>
              </p:cNvSpPr>
              <p:nvPr/>
            </p:nvSpPr>
            <p:spPr bwMode="auto">
              <a:xfrm>
                <a:off x="720" y="0"/>
                <a:ext cx="576" cy="576"/>
              </a:xfrm>
              <a:prstGeom prst="rect">
                <a:avLst/>
              </a:prstGeom>
              <a:solidFill>
                <a:srgbClr val="003300"/>
              </a:solidFill>
              <a:ln w="9525">
                <a:solidFill>
                  <a:schemeClr val="tx1"/>
                </a:solidFill>
                <a:miter lim="800000"/>
              </a:ln>
            </p:spPr>
            <p:txBody>
              <a:bodyPr wrap="none" anchor="ctr"/>
              <a:lstStyle/>
              <a:p>
                <a:endParaRPr lang="en-US"/>
              </a:p>
            </p:txBody>
          </p:sp>
          <p:sp>
            <p:nvSpPr>
              <p:cNvPr id="20590" name="Rectangle 46"/>
              <p:cNvSpPr>
                <a:spLocks noChangeArrowheads="1"/>
              </p:cNvSpPr>
              <p:nvPr/>
            </p:nvSpPr>
            <p:spPr bwMode="auto">
              <a:xfrm>
                <a:off x="720" y="576"/>
                <a:ext cx="576" cy="576"/>
              </a:xfrm>
              <a:prstGeom prst="rect">
                <a:avLst/>
              </a:prstGeom>
              <a:solidFill>
                <a:srgbClr val="C0C0C0"/>
              </a:solidFill>
              <a:ln w="9525">
                <a:solidFill>
                  <a:schemeClr val="tx1"/>
                </a:solidFill>
                <a:miter lim="800000"/>
              </a:ln>
            </p:spPr>
            <p:txBody>
              <a:bodyPr wrap="none" anchor="ctr"/>
              <a:lstStyle/>
              <a:p>
                <a:endParaRPr lang="en-US"/>
              </a:p>
            </p:txBody>
          </p:sp>
          <p:sp>
            <p:nvSpPr>
              <p:cNvPr id="20591" name="Rectangle 47"/>
              <p:cNvSpPr>
                <a:spLocks noChangeArrowheads="1"/>
              </p:cNvSpPr>
              <p:nvPr/>
            </p:nvSpPr>
            <p:spPr bwMode="auto">
              <a:xfrm>
                <a:off x="720" y="1152"/>
                <a:ext cx="576" cy="576"/>
              </a:xfrm>
              <a:prstGeom prst="rect">
                <a:avLst/>
              </a:prstGeom>
              <a:solidFill>
                <a:srgbClr val="003300"/>
              </a:solidFill>
              <a:ln w="9525">
                <a:solidFill>
                  <a:schemeClr val="tx1"/>
                </a:solidFill>
                <a:miter lim="800000"/>
              </a:ln>
            </p:spPr>
            <p:txBody>
              <a:bodyPr wrap="none" anchor="ctr"/>
              <a:lstStyle/>
              <a:p>
                <a:endParaRPr lang="en-US"/>
              </a:p>
            </p:txBody>
          </p:sp>
          <p:sp>
            <p:nvSpPr>
              <p:cNvPr id="20592" name="Rectangle 48"/>
              <p:cNvSpPr>
                <a:spLocks noChangeArrowheads="1"/>
              </p:cNvSpPr>
              <p:nvPr/>
            </p:nvSpPr>
            <p:spPr bwMode="auto">
              <a:xfrm>
                <a:off x="720" y="1728"/>
                <a:ext cx="576" cy="576"/>
              </a:xfrm>
              <a:prstGeom prst="rect">
                <a:avLst/>
              </a:prstGeom>
              <a:solidFill>
                <a:srgbClr val="C0C0C0"/>
              </a:solidFill>
              <a:ln w="9525">
                <a:solidFill>
                  <a:schemeClr val="tx1"/>
                </a:solidFill>
                <a:miter lim="800000"/>
              </a:ln>
            </p:spPr>
            <p:txBody>
              <a:bodyPr wrap="none" anchor="ctr"/>
              <a:lstStyle/>
              <a:p>
                <a:endParaRPr lang="en-US"/>
              </a:p>
            </p:txBody>
          </p:sp>
          <p:sp>
            <p:nvSpPr>
              <p:cNvPr id="20593" name="Rectangle 49"/>
              <p:cNvSpPr>
                <a:spLocks noChangeArrowheads="1"/>
              </p:cNvSpPr>
              <p:nvPr/>
            </p:nvSpPr>
            <p:spPr bwMode="auto">
              <a:xfrm>
                <a:off x="720" y="2304"/>
                <a:ext cx="576" cy="576"/>
              </a:xfrm>
              <a:prstGeom prst="rect">
                <a:avLst/>
              </a:prstGeom>
              <a:solidFill>
                <a:srgbClr val="003300"/>
              </a:solidFill>
              <a:ln w="9525">
                <a:solidFill>
                  <a:schemeClr val="tx1"/>
                </a:solidFill>
                <a:miter lim="800000"/>
              </a:ln>
            </p:spPr>
            <p:txBody>
              <a:bodyPr wrap="none" anchor="ctr"/>
              <a:lstStyle/>
              <a:p>
                <a:endParaRPr lang="en-US"/>
              </a:p>
            </p:txBody>
          </p:sp>
          <p:sp>
            <p:nvSpPr>
              <p:cNvPr id="20594" name="Rectangle 50"/>
              <p:cNvSpPr>
                <a:spLocks noChangeArrowheads="1"/>
              </p:cNvSpPr>
              <p:nvPr/>
            </p:nvSpPr>
            <p:spPr bwMode="auto">
              <a:xfrm>
                <a:off x="720" y="2880"/>
                <a:ext cx="576" cy="576"/>
              </a:xfrm>
              <a:prstGeom prst="rect">
                <a:avLst/>
              </a:prstGeom>
              <a:solidFill>
                <a:srgbClr val="C0C0C0"/>
              </a:solidFill>
              <a:ln w="9525">
                <a:solidFill>
                  <a:schemeClr val="tx1"/>
                </a:solidFill>
                <a:miter lim="800000"/>
              </a:ln>
            </p:spPr>
            <p:txBody>
              <a:bodyPr wrap="none" anchor="ctr"/>
              <a:lstStyle/>
              <a:p>
                <a:endParaRPr lang="en-US"/>
              </a:p>
            </p:txBody>
          </p:sp>
          <p:sp>
            <p:nvSpPr>
              <p:cNvPr id="20595" name="Rectangle 51"/>
              <p:cNvSpPr>
                <a:spLocks noChangeArrowheads="1"/>
              </p:cNvSpPr>
              <p:nvPr/>
            </p:nvSpPr>
            <p:spPr bwMode="auto">
              <a:xfrm>
                <a:off x="720" y="3456"/>
                <a:ext cx="576" cy="576"/>
              </a:xfrm>
              <a:prstGeom prst="rect">
                <a:avLst/>
              </a:prstGeom>
              <a:solidFill>
                <a:srgbClr val="003300"/>
              </a:solidFill>
              <a:ln w="9525">
                <a:solidFill>
                  <a:schemeClr val="tx1"/>
                </a:solidFill>
                <a:miter lim="800000"/>
              </a:ln>
            </p:spPr>
            <p:txBody>
              <a:bodyPr wrap="none" anchor="ctr"/>
              <a:lstStyle/>
              <a:p>
                <a:endParaRPr lang="en-US"/>
              </a:p>
            </p:txBody>
          </p:sp>
          <p:sp>
            <p:nvSpPr>
              <p:cNvPr id="20596" name="Rectangle 52"/>
              <p:cNvSpPr>
                <a:spLocks noChangeArrowheads="1"/>
              </p:cNvSpPr>
              <p:nvPr/>
            </p:nvSpPr>
            <p:spPr bwMode="auto">
              <a:xfrm>
                <a:off x="720" y="4032"/>
                <a:ext cx="576" cy="576"/>
              </a:xfrm>
              <a:prstGeom prst="rect">
                <a:avLst/>
              </a:prstGeom>
              <a:solidFill>
                <a:srgbClr val="C0C0C0"/>
              </a:solidFill>
              <a:ln w="9525">
                <a:solidFill>
                  <a:schemeClr val="tx1"/>
                </a:solidFill>
                <a:miter lim="800000"/>
              </a:ln>
            </p:spPr>
            <p:txBody>
              <a:bodyPr wrap="none" anchor="ctr"/>
              <a:lstStyle/>
              <a:p>
                <a:endParaRPr lang="en-US"/>
              </a:p>
            </p:txBody>
          </p:sp>
        </p:grpSp>
        <p:grpSp>
          <p:nvGrpSpPr>
            <p:cNvPr id="8" name="Group 53"/>
            <p:cNvGrpSpPr/>
            <p:nvPr/>
          </p:nvGrpSpPr>
          <p:grpSpPr bwMode="auto">
            <a:xfrm rot="10800000">
              <a:off x="3176" y="1968"/>
              <a:ext cx="269" cy="2160"/>
              <a:chOff x="720" y="0"/>
              <a:chExt cx="576" cy="4608"/>
            </a:xfrm>
          </p:grpSpPr>
          <p:sp>
            <p:nvSpPr>
              <p:cNvPr id="20581" name="Rectangle 54"/>
              <p:cNvSpPr>
                <a:spLocks noChangeArrowheads="1"/>
              </p:cNvSpPr>
              <p:nvPr/>
            </p:nvSpPr>
            <p:spPr bwMode="auto">
              <a:xfrm>
                <a:off x="720" y="0"/>
                <a:ext cx="576" cy="576"/>
              </a:xfrm>
              <a:prstGeom prst="rect">
                <a:avLst/>
              </a:prstGeom>
              <a:solidFill>
                <a:srgbClr val="003300"/>
              </a:solidFill>
              <a:ln w="9525">
                <a:solidFill>
                  <a:schemeClr val="tx1"/>
                </a:solidFill>
                <a:miter lim="800000"/>
              </a:ln>
            </p:spPr>
            <p:txBody>
              <a:bodyPr wrap="none" anchor="ctr"/>
              <a:lstStyle/>
              <a:p>
                <a:endParaRPr lang="en-US"/>
              </a:p>
            </p:txBody>
          </p:sp>
          <p:sp>
            <p:nvSpPr>
              <p:cNvPr id="20582" name="Rectangle 55"/>
              <p:cNvSpPr>
                <a:spLocks noChangeArrowheads="1"/>
              </p:cNvSpPr>
              <p:nvPr/>
            </p:nvSpPr>
            <p:spPr bwMode="auto">
              <a:xfrm>
                <a:off x="720" y="576"/>
                <a:ext cx="576" cy="576"/>
              </a:xfrm>
              <a:prstGeom prst="rect">
                <a:avLst/>
              </a:prstGeom>
              <a:solidFill>
                <a:srgbClr val="C0C0C0"/>
              </a:solidFill>
              <a:ln w="9525">
                <a:solidFill>
                  <a:schemeClr val="tx1"/>
                </a:solidFill>
                <a:miter lim="800000"/>
              </a:ln>
            </p:spPr>
            <p:txBody>
              <a:bodyPr wrap="none" anchor="ctr"/>
              <a:lstStyle/>
              <a:p>
                <a:endParaRPr lang="en-US"/>
              </a:p>
            </p:txBody>
          </p:sp>
          <p:sp>
            <p:nvSpPr>
              <p:cNvPr id="20583" name="Rectangle 56"/>
              <p:cNvSpPr>
                <a:spLocks noChangeArrowheads="1"/>
              </p:cNvSpPr>
              <p:nvPr/>
            </p:nvSpPr>
            <p:spPr bwMode="auto">
              <a:xfrm>
                <a:off x="720" y="1152"/>
                <a:ext cx="576" cy="576"/>
              </a:xfrm>
              <a:prstGeom prst="rect">
                <a:avLst/>
              </a:prstGeom>
              <a:solidFill>
                <a:srgbClr val="003300"/>
              </a:solidFill>
              <a:ln w="9525">
                <a:solidFill>
                  <a:schemeClr val="tx1"/>
                </a:solidFill>
                <a:miter lim="800000"/>
              </a:ln>
            </p:spPr>
            <p:txBody>
              <a:bodyPr wrap="none" anchor="ctr"/>
              <a:lstStyle/>
              <a:p>
                <a:endParaRPr lang="en-US"/>
              </a:p>
            </p:txBody>
          </p:sp>
          <p:sp>
            <p:nvSpPr>
              <p:cNvPr id="20584" name="Rectangle 57"/>
              <p:cNvSpPr>
                <a:spLocks noChangeArrowheads="1"/>
              </p:cNvSpPr>
              <p:nvPr/>
            </p:nvSpPr>
            <p:spPr bwMode="auto">
              <a:xfrm>
                <a:off x="720" y="1728"/>
                <a:ext cx="576" cy="576"/>
              </a:xfrm>
              <a:prstGeom prst="rect">
                <a:avLst/>
              </a:prstGeom>
              <a:solidFill>
                <a:srgbClr val="C0C0C0"/>
              </a:solidFill>
              <a:ln w="9525">
                <a:solidFill>
                  <a:schemeClr val="tx1"/>
                </a:solidFill>
                <a:miter lim="800000"/>
              </a:ln>
            </p:spPr>
            <p:txBody>
              <a:bodyPr wrap="none" anchor="ctr"/>
              <a:lstStyle/>
              <a:p>
                <a:endParaRPr lang="en-US"/>
              </a:p>
            </p:txBody>
          </p:sp>
          <p:sp>
            <p:nvSpPr>
              <p:cNvPr id="20585" name="Rectangle 58"/>
              <p:cNvSpPr>
                <a:spLocks noChangeArrowheads="1"/>
              </p:cNvSpPr>
              <p:nvPr/>
            </p:nvSpPr>
            <p:spPr bwMode="auto">
              <a:xfrm>
                <a:off x="720" y="2304"/>
                <a:ext cx="576" cy="576"/>
              </a:xfrm>
              <a:prstGeom prst="rect">
                <a:avLst/>
              </a:prstGeom>
              <a:solidFill>
                <a:srgbClr val="003300"/>
              </a:solidFill>
              <a:ln w="9525">
                <a:solidFill>
                  <a:schemeClr val="tx1"/>
                </a:solidFill>
                <a:miter lim="800000"/>
              </a:ln>
            </p:spPr>
            <p:txBody>
              <a:bodyPr wrap="none" anchor="ctr"/>
              <a:lstStyle/>
              <a:p>
                <a:endParaRPr lang="en-US"/>
              </a:p>
            </p:txBody>
          </p:sp>
          <p:sp>
            <p:nvSpPr>
              <p:cNvPr id="20586" name="Rectangle 59"/>
              <p:cNvSpPr>
                <a:spLocks noChangeArrowheads="1"/>
              </p:cNvSpPr>
              <p:nvPr/>
            </p:nvSpPr>
            <p:spPr bwMode="auto">
              <a:xfrm>
                <a:off x="720" y="2880"/>
                <a:ext cx="576" cy="576"/>
              </a:xfrm>
              <a:prstGeom prst="rect">
                <a:avLst/>
              </a:prstGeom>
              <a:solidFill>
                <a:srgbClr val="C0C0C0"/>
              </a:solidFill>
              <a:ln w="9525">
                <a:solidFill>
                  <a:schemeClr val="tx1"/>
                </a:solidFill>
                <a:miter lim="800000"/>
              </a:ln>
            </p:spPr>
            <p:txBody>
              <a:bodyPr wrap="none" anchor="ctr"/>
              <a:lstStyle/>
              <a:p>
                <a:endParaRPr lang="en-US"/>
              </a:p>
            </p:txBody>
          </p:sp>
          <p:sp>
            <p:nvSpPr>
              <p:cNvPr id="20587" name="Rectangle 60"/>
              <p:cNvSpPr>
                <a:spLocks noChangeArrowheads="1"/>
              </p:cNvSpPr>
              <p:nvPr/>
            </p:nvSpPr>
            <p:spPr bwMode="auto">
              <a:xfrm>
                <a:off x="720" y="3456"/>
                <a:ext cx="576" cy="576"/>
              </a:xfrm>
              <a:prstGeom prst="rect">
                <a:avLst/>
              </a:prstGeom>
              <a:solidFill>
                <a:srgbClr val="003300"/>
              </a:solidFill>
              <a:ln w="9525">
                <a:solidFill>
                  <a:schemeClr val="tx1"/>
                </a:solidFill>
                <a:miter lim="800000"/>
              </a:ln>
            </p:spPr>
            <p:txBody>
              <a:bodyPr wrap="none" anchor="ctr"/>
              <a:lstStyle/>
              <a:p>
                <a:endParaRPr lang="en-US"/>
              </a:p>
            </p:txBody>
          </p:sp>
          <p:sp>
            <p:nvSpPr>
              <p:cNvPr id="20588" name="Rectangle 61"/>
              <p:cNvSpPr>
                <a:spLocks noChangeArrowheads="1"/>
              </p:cNvSpPr>
              <p:nvPr/>
            </p:nvSpPr>
            <p:spPr bwMode="auto">
              <a:xfrm>
                <a:off x="720" y="4032"/>
                <a:ext cx="576" cy="576"/>
              </a:xfrm>
              <a:prstGeom prst="rect">
                <a:avLst/>
              </a:prstGeom>
              <a:solidFill>
                <a:srgbClr val="C0C0C0"/>
              </a:solidFill>
              <a:ln w="9525">
                <a:solidFill>
                  <a:schemeClr val="tx1"/>
                </a:solidFill>
                <a:miter lim="800000"/>
              </a:ln>
            </p:spPr>
            <p:txBody>
              <a:bodyPr wrap="none" anchor="ctr"/>
              <a:lstStyle/>
              <a:p>
                <a:endParaRPr lang="en-US"/>
              </a:p>
            </p:txBody>
          </p:sp>
        </p:grpSp>
        <p:grpSp>
          <p:nvGrpSpPr>
            <p:cNvPr id="9" name="Group 62"/>
            <p:cNvGrpSpPr/>
            <p:nvPr/>
          </p:nvGrpSpPr>
          <p:grpSpPr bwMode="auto">
            <a:xfrm>
              <a:off x="3445" y="1968"/>
              <a:ext cx="270" cy="2160"/>
              <a:chOff x="720" y="0"/>
              <a:chExt cx="576" cy="4608"/>
            </a:xfrm>
          </p:grpSpPr>
          <p:sp>
            <p:nvSpPr>
              <p:cNvPr id="20573" name="Rectangle 63"/>
              <p:cNvSpPr>
                <a:spLocks noChangeArrowheads="1"/>
              </p:cNvSpPr>
              <p:nvPr/>
            </p:nvSpPr>
            <p:spPr bwMode="auto">
              <a:xfrm>
                <a:off x="720" y="0"/>
                <a:ext cx="576" cy="576"/>
              </a:xfrm>
              <a:prstGeom prst="rect">
                <a:avLst/>
              </a:prstGeom>
              <a:solidFill>
                <a:srgbClr val="003300"/>
              </a:solidFill>
              <a:ln w="9525">
                <a:solidFill>
                  <a:schemeClr val="tx1"/>
                </a:solidFill>
                <a:miter lim="800000"/>
              </a:ln>
            </p:spPr>
            <p:txBody>
              <a:bodyPr wrap="none" anchor="ctr"/>
              <a:lstStyle/>
              <a:p>
                <a:endParaRPr lang="en-US"/>
              </a:p>
            </p:txBody>
          </p:sp>
          <p:sp>
            <p:nvSpPr>
              <p:cNvPr id="20574" name="Rectangle 64"/>
              <p:cNvSpPr>
                <a:spLocks noChangeArrowheads="1"/>
              </p:cNvSpPr>
              <p:nvPr/>
            </p:nvSpPr>
            <p:spPr bwMode="auto">
              <a:xfrm>
                <a:off x="720" y="576"/>
                <a:ext cx="576" cy="576"/>
              </a:xfrm>
              <a:prstGeom prst="rect">
                <a:avLst/>
              </a:prstGeom>
              <a:solidFill>
                <a:srgbClr val="C0C0C0"/>
              </a:solidFill>
              <a:ln w="9525">
                <a:solidFill>
                  <a:schemeClr val="tx1"/>
                </a:solidFill>
                <a:miter lim="800000"/>
              </a:ln>
            </p:spPr>
            <p:txBody>
              <a:bodyPr wrap="none" anchor="ctr"/>
              <a:lstStyle/>
              <a:p>
                <a:endParaRPr lang="en-US"/>
              </a:p>
            </p:txBody>
          </p:sp>
          <p:sp>
            <p:nvSpPr>
              <p:cNvPr id="20575" name="Rectangle 65"/>
              <p:cNvSpPr>
                <a:spLocks noChangeArrowheads="1"/>
              </p:cNvSpPr>
              <p:nvPr/>
            </p:nvSpPr>
            <p:spPr bwMode="auto">
              <a:xfrm>
                <a:off x="720" y="1152"/>
                <a:ext cx="576" cy="576"/>
              </a:xfrm>
              <a:prstGeom prst="rect">
                <a:avLst/>
              </a:prstGeom>
              <a:solidFill>
                <a:srgbClr val="003300"/>
              </a:solidFill>
              <a:ln w="9525">
                <a:solidFill>
                  <a:schemeClr val="tx1"/>
                </a:solidFill>
                <a:miter lim="800000"/>
              </a:ln>
            </p:spPr>
            <p:txBody>
              <a:bodyPr wrap="none" anchor="ctr"/>
              <a:lstStyle/>
              <a:p>
                <a:endParaRPr lang="en-US"/>
              </a:p>
            </p:txBody>
          </p:sp>
          <p:sp>
            <p:nvSpPr>
              <p:cNvPr id="20576" name="Rectangle 66"/>
              <p:cNvSpPr>
                <a:spLocks noChangeArrowheads="1"/>
              </p:cNvSpPr>
              <p:nvPr/>
            </p:nvSpPr>
            <p:spPr bwMode="auto">
              <a:xfrm>
                <a:off x="720" y="1728"/>
                <a:ext cx="576" cy="576"/>
              </a:xfrm>
              <a:prstGeom prst="rect">
                <a:avLst/>
              </a:prstGeom>
              <a:solidFill>
                <a:srgbClr val="C0C0C0"/>
              </a:solidFill>
              <a:ln w="9525">
                <a:solidFill>
                  <a:schemeClr val="tx1"/>
                </a:solidFill>
                <a:miter lim="800000"/>
              </a:ln>
            </p:spPr>
            <p:txBody>
              <a:bodyPr wrap="none" anchor="ctr"/>
              <a:lstStyle/>
              <a:p>
                <a:endParaRPr lang="en-US"/>
              </a:p>
            </p:txBody>
          </p:sp>
          <p:sp>
            <p:nvSpPr>
              <p:cNvPr id="20577" name="Rectangle 67"/>
              <p:cNvSpPr>
                <a:spLocks noChangeArrowheads="1"/>
              </p:cNvSpPr>
              <p:nvPr/>
            </p:nvSpPr>
            <p:spPr bwMode="auto">
              <a:xfrm>
                <a:off x="720" y="2304"/>
                <a:ext cx="576" cy="576"/>
              </a:xfrm>
              <a:prstGeom prst="rect">
                <a:avLst/>
              </a:prstGeom>
              <a:solidFill>
                <a:srgbClr val="003300"/>
              </a:solidFill>
              <a:ln w="9525">
                <a:solidFill>
                  <a:schemeClr val="tx1"/>
                </a:solidFill>
                <a:miter lim="800000"/>
              </a:ln>
            </p:spPr>
            <p:txBody>
              <a:bodyPr wrap="none" anchor="ctr"/>
              <a:lstStyle/>
              <a:p>
                <a:endParaRPr lang="en-US"/>
              </a:p>
            </p:txBody>
          </p:sp>
          <p:sp>
            <p:nvSpPr>
              <p:cNvPr id="20578" name="Rectangle 68"/>
              <p:cNvSpPr>
                <a:spLocks noChangeArrowheads="1"/>
              </p:cNvSpPr>
              <p:nvPr/>
            </p:nvSpPr>
            <p:spPr bwMode="auto">
              <a:xfrm>
                <a:off x="720" y="2880"/>
                <a:ext cx="576" cy="576"/>
              </a:xfrm>
              <a:prstGeom prst="rect">
                <a:avLst/>
              </a:prstGeom>
              <a:solidFill>
                <a:srgbClr val="C0C0C0"/>
              </a:solidFill>
              <a:ln w="9525">
                <a:solidFill>
                  <a:schemeClr val="tx1"/>
                </a:solidFill>
                <a:miter lim="800000"/>
              </a:ln>
            </p:spPr>
            <p:txBody>
              <a:bodyPr wrap="none" anchor="ctr"/>
              <a:lstStyle/>
              <a:p>
                <a:endParaRPr lang="en-US"/>
              </a:p>
            </p:txBody>
          </p:sp>
          <p:sp>
            <p:nvSpPr>
              <p:cNvPr id="20579" name="Rectangle 69"/>
              <p:cNvSpPr>
                <a:spLocks noChangeArrowheads="1"/>
              </p:cNvSpPr>
              <p:nvPr/>
            </p:nvSpPr>
            <p:spPr bwMode="auto">
              <a:xfrm>
                <a:off x="720" y="3456"/>
                <a:ext cx="576" cy="576"/>
              </a:xfrm>
              <a:prstGeom prst="rect">
                <a:avLst/>
              </a:prstGeom>
              <a:solidFill>
                <a:srgbClr val="003300"/>
              </a:solidFill>
              <a:ln w="9525">
                <a:solidFill>
                  <a:schemeClr val="tx1"/>
                </a:solidFill>
                <a:miter lim="800000"/>
              </a:ln>
            </p:spPr>
            <p:txBody>
              <a:bodyPr wrap="none" anchor="ctr"/>
              <a:lstStyle/>
              <a:p>
                <a:endParaRPr lang="en-US"/>
              </a:p>
            </p:txBody>
          </p:sp>
          <p:sp>
            <p:nvSpPr>
              <p:cNvPr id="20580" name="Rectangle 70"/>
              <p:cNvSpPr>
                <a:spLocks noChangeArrowheads="1"/>
              </p:cNvSpPr>
              <p:nvPr/>
            </p:nvSpPr>
            <p:spPr bwMode="auto">
              <a:xfrm>
                <a:off x="720" y="4032"/>
                <a:ext cx="576" cy="576"/>
              </a:xfrm>
              <a:prstGeom prst="rect">
                <a:avLst/>
              </a:prstGeom>
              <a:solidFill>
                <a:srgbClr val="C0C0C0"/>
              </a:solidFill>
              <a:ln w="9525">
                <a:solidFill>
                  <a:schemeClr val="tx1"/>
                </a:solidFill>
                <a:miter lim="800000"/>
              </a:ln>
            </p:spPr>
            <p:txBody>
              <a:bodyPr wrap="none" anchor="ctr"/>
              <a:lstStyle/>
              <a:p>
                <a:endParaRPr lang="en-US"/>
              </a:p>
            </p:txBody>
          </p:sp>
        </p:grpSp>
        <p:grpSp>
          <p:nvGrpSpPr>
            <p:cNvPr id="10" name="Group 71"/>
            <p:cNvGrpSpPr/>
            <p:nvPr/>
          </p:nvGrpSpPr>
          <p:grpSpPr bwMode="auto">
            <a:xfrm rot="10800000">
              <a:off x="1555" y="1968"/>
              <a:ext cx="269" cy="2160"/>
              <a:chOff x="720" y="0"/>
              <a:chExt cx="576" cy="4608"/>
            </a:xfrm>
          </p:grpSpPr>
          <p:sp>
            <p:nvSpPr>
              <p:cNvPr id="20565" name="Rectangle 72"/>
              <p:cNvSpPr>
                <a:spLocks noChangeArrowheads="1"/>
              </p:cNvSpPr>
              <p:nvPr/>
            </p:nvSpPr>
            <p:spPr bwMode="auto">
              <a:xfrm>
                <a:off x="720" y="0"/>
                <a:ext cx="576" cy="576"/>
              </a:xfrm>
              <a:prstGeom prst="rect">
                <a:avLst/>
              </a:prstGeom>
              <a:solidFill>
                <a:srgbClr val="003300"/>
              </a:solidFill>
              <a:ln w="9525">
                <a:solidFill>
                  <a:schemeClr val="tx1"/>
                </a:solidFill>
                <a:miter lim="800000"/>
              </a:ln>
            </p:spPr>
            <p:txBody>
              <a:bodyPr wrap="none" anchor="ctr"/>
              <a:lstStyle/>
              <a:p>
                <a:endParaRPr lang="en-US"/>
              </a:p>
            </p:txBody>
          </p:sp>
          <p:sp>
            <p:nvSpPr>
              <p:cNvPr id="20566" name="Rectangle 73"/>
              <p:cNvSpPr>
                <a:spLocks noChangeArrowheads="1"/>
              </p:cNvSpPr>
              <p:nvPr/>
            </p:nvSpPr>
            <p:spPr bwMode="auto">
              <a:xfrm>
                <a:off x="720" y="576"/>
                <a:ext cx="576" cy="576"/>
              </a:xfrm>
              <a:prstGeom prst="rect">
                <a:avLst/>
              </a:prstGeom>
              <a:solidFill>
                <a:srgbClr val="C0C0C0"/>
              </a:solidFill>
              <a:ln w="9525">
                <a:solidFill>
                  <a:schemeClr val="tx1"/>
                </a:solidFill>
                <a:miter lim="800000"/>
              </a:ln>
            </p:spPr>
            <p:txBody>
              <a:bodyPr wrap="none" anchor="ctr"/>
              <a:lstStyle/>
              <a:p>
                <a:endParaRPr lang="en-US"/>
              </a:p>
            </p:txBody>
          </p:sp>
          <p:sp>
            <p:nvSpPr>
              <p:cNvPr id="20567" name="Rectangle 74"/>
              <p:cNvSpPr>
                <a:spLocks noChangeArrowheads="1"/>
              </p:cNvSpPr>
              <p:nvPr/>
            </p:nvSpPr>
            <p:spPr bwMode="auto">
              <a:xfrm>
                <a:off x="720" y="1152"/>
                <a:ext cx="576" cy="576"/>
              </a:xfrm>
              <a:prstGeom prst="rect">
                <a:avLst/>
              </a:prstGeom>
              <a:solidFill>
                <a:srgbClr val="003300"/>
              </a:solidFill>
              <a:ln w="9525">
                <a:solidFill>
                  <a:schemeClr val="tx1"/>
                </a:solidFill>
                <a:miter lim="800000"/>
              </a:ln>
            </p:spPr>
            <p:txBody>
              <a:bodyPr wrap="none" anchor="ctr"/>
              <a:lstStyle/>
              <a:p>
                <a:endParaRPr lang="en-US"/>
              </a:p>
            </p:txBody>
          </p:sp>
          <p:sp>
            <p:nvSpPr>
              <p:cNvPr id="20568" name="Rectangle 75"/>
              <p:cNvSpPr>
                <a:spLocks noChangeArrowheads="1"/>
              </p:cNvSpPr>
              <p:nvPr/>
            </p:nvSpPr>
            <p:spPr bwMode="auto">
              <a:xfrm>
                <a:off x="720" y="1728"/>
                <a:ext cx="576" cy="576"/>
              </a:xfrm>
              <a:prstGeom prst="rect">
                <a:avLst/>
              </a:prstGeom>
              <a:solidFill>
                <a:srgbClr val="C0C0C0"/>
              </a:solidFill>
              <a:ln w="9525">
                <a:solidFill>
                  <a:schemeClr val="tx1"/>
                </a:solidFill>
                <a:miter lim="800000"/>
              </a:ln>
            </p:spPr>
            <p:txBody>
              <a:bodyPr wrap="none" anchor="ctr"/>
              <a:lstStyle/>
              <a:p>
                <a:endParaRPr lang="en-US"/>
              </a:p>
            </p:txBody>
          </p:sp>
          <p:sp>
            <p:nvSpPr>
              <p:cNvPr id="20569" name="Rectangle 76"/>
              <p:cNvSpPr>
                <a:spLocks noChangeArrowheads="1"/>
              </p:cNvSpPr>
              <p:nvPr/>
            </p:nvSpPr>
            <p:spPr bwMode="auto">
              <a:xfrm>
                <a:off x="720" y="2304"/>
                <a:ext cx="576" cy="576"/>
              </a:xfrm>
              <a:prstGeom prst="rect">
                <a:avLst/>
              </a:prstGeom>
              <a:solidFill>
                <a:srgbClr val="003300"/>
              </a:solidFill>
              <a:ln w="9525">
                <a:solidFill>
                  <a:schemeClr val="tx1"/>
                </a:solidFill>
                <a:miter lim="800000"/>
              </a:ln>
            </p:spPr>
            <p:txBody>
              <a:bodyPr wrap="none" anchor="ctr"/>
              <a:lstStyle/>
              <a:p>
                <a:endParaRPr lang="en-US"/>
              </a:p>
            </p:txBody>
          </p:sp>
          <p:sp>
            <p:nvSpPr>
              <p:cNvPr id="20570" name="Rectangle 77"/>
              <p:cNvSpPr>
                <a:spLocks noChangeArrowheads="1"/>
              </p:cNvSpPr>
              <p:nvPr/>
            </p:nvSpPr>
            <p:spPr bwMode="auto">
              <a:xfrm>
                <a:off x="720" y="2880"/>
                <a:ext cx="576" cy="576"/>
              </a:xfrm>
              <a:prstGeom prst="rect">
                <a:avLst/>
              </a:prstGeom>
              <a:solidFill>
                <a:srgbClr val="C0C0C0"/>
              </a:solidFill>
              <a:ln w="9525">
                <a:solidFill>
                  <a:schemeClr val="tx1"/>
                </a:solidFill>
                <a:miter lim="800000"/>
              </a:ln>
            </p:spPr>
            <p:txBody>
              <a:bodyPr wrap="none" anchor="ctr"/>
              <a:lstStyle/>
              <a:p>
                <a:endParaRPr lang="en-US"/>
              </a:p>
            </p:txBody>
          </p:sp>
          <p:sp>
            <p:nvSpPr>
              <p:cNvPr id="20571" name="Rectangle 78"/>
              <p:cNvSpPr>
                <a:spLocks noChangeArrowheads="1"/>
              </p:cNvSpPr>
              <p:nvPr/>
            </p:nvSpPr>
            <p:spPr bwMode="auto">
              <a:xfrm>
                <a:off x="720" y="3456"/>
                <a:ext cx="576" cy="576"/>
              </a:xfrm>
              <a:prstGeom prst="rect">
                <a:avLst/>
              </a:prstGeom>
              <a:solidFill>
                <a:srgbClr val="003300"/>
              </a:solidFill>
              <a:ln w="9525">
                <a:solidFill>
                  <a:schemeClr val="tx1"/>
                </a:solidFill>
                <a:miter lim="800000"/>
              </a:ln>
            </p:spPr>
            <p:txBody>
              <a:bodyPr wrap="none" anchor="ctr"/>
              <a:lstStyle/>
              <a:p>
                <a:endParaRPr lang="en-US"/>
              </a:p>
            </p:txBody>
          </p:sp>
          <p:sp>
            <p:nvSpPr>
              <p:cNvPr id="20572" name="Rectangle 79"/>
              <p:cNvSpPr>
                <a:spLocks noChangeArrowheads="1"/>
              </p:cNvSpPr>
              <p:nvPr/>
            </p:nvSpPr>
            <p:spPr bwMode="auto">
              <a:xfrm>
                <a:off x="720" y="4032"/>
                <a:ext cx="576" cy="576"/>
              </a:xfrm>
              <a:prstGeom prst="rect">
                <a:avLst/>
              </a:prstGeom>
              <a:solidFill>
                <a:srgbClr val="C0C0C0"/>
              </a:solidFill>
              <a:ln w="9525">
                <a:solidFill>
                  <a:schemeClr val="tx1"/>
                </a:solidFill>
                <a:miter lim="800000"/>
              </a:ln>
            </p:spPr>
            <p:txBody>
              <a:bodyPr wrap="none" anchor="ctr"/>
              <a:lstStyle/>
              <a:p>
                <a:endParaRPr lang="en-US"/>
              </a:p>
            </p:txBody>
          </p:sp>
        </p:grpSp>
        <p:grpSp>
          <p:nvGrpSpPr>
            <p:cNvPr id="11" name="Group 80"/>
            <p:cNvGrpSpPr/>
            <p:nvPr/>
          </p:nvGrpSpPr>
          <p:grpSpPr bwMode="auto">
            <a:xfrm>
              <a:off x="1828" y="1968"/>
              <a:ext cx="270" cy="270"/>
              <a:chOff x="912" y="720"/>
              <a:chExt cx="360" cy="360"/>
            </a:xfrm>
          </p:grpSpPr>
          <p:sp>
            <p:nvSpPr>
              <p:cNvPr id="20563" name="Rectangle 81"/>
              <p:cNvSpPr>
                <a:spLocks noChangeArrowheads="1"/>
              </p:cNvSpPr>
              <p:nvPr/>
            </p:nvSpPr>
            <p:spPr bwMode="auto">
              <a:xfrm>
                <a:off x="912" y="720"/>
                <a:ext cx="360" cy="360"/>
              </a:xfrm>
              <a:prstGeom prst="rect">
                <a:avLst/>
              </a:prstGeom>
              <a:solidFill>
                <a:srgbClr val="003300"/>
              </a:solidFill>
              <a:ln w="9525">
                <a:solidFill>
                  <a:schemeClr val="tx1"/>
                </a:solidFill>
                <a:miter lim="800000"/>
              </a:ln>
            </p:spPr>
            <p:txBody>
              <a:bodyPr wrap="none" anchor="ctr"/>
              <a:lstStyle/>
              <a:p>
                <a:endParaRPr lang="en-US"/>
              </a:p>
            </p:txBody>
          </p:sp>
          <p:sp>
            <p:nvSpPr>
              <p:cNvPr id="20564" name="Oval 82"/>
              <p:cNvSpPr>
                <a:spLocks noChangeArrowheads="1"/>
              </p:cNvSpPr>
              <p:nvPr/>
            </p:nvSpPr>
            <p:spPr bwMode="auto">
              <a:xfrm>
                <a:off x="942" y="762"/>
                <a:ext cx="288" cy="288"/>
              </a:xfrm>
              <a:prstGeom prst="ellipse">
                <a:avLst/>
              </a:prstGeom>
              <a:solidFill>
                <a:srgbClr val="C0C0C0"/>
              </a:solidFill>
              <a:ln w="9525">
                <a:round/>
              </a:ln>
              <a:scene3d>
                <a:camera prst="legacyObliqueTopRight"/>
                <a:lightRig rig="legacyFlat1" dir="t"/>
              </a:scene3d>
              <a:sp3d extrusionH="36500" prstMaterial="legacyMetal">
                <a:bevelT w="13500" h="13500" prst="angle"/>
                <a:bevelB w="13500" h="13500" prst="angle"/>
                <a:extrusionClr>
                  <a:schemeClr val="tx1"/>
                </a:extrusionClr>
              </a:sp3d>
            </p:spPr>
            <p:txBody>
              <a:bodyPr wrap="none" anchor="ctr">
                <a:flatTx/>
              </a:bodyPr>
              <a:lstStyle/>
              <a:p>
                <a:endParaRPr lang="en-US"/>
              </a:p>
            </p:txBody>
          </p:sp>
        </p:grpSp>
        <p:grpSp>
          <p:nvGrpSpPr>
            <p:cNvPr id="12" name="Group 83"/>
            <p:cNvGrpSpPr/>
            <p:nvPr/>
          </p:nvGrpSpPr>
          <p:grpSpPr bwMode="auto">
            <a:xfrm>
              <a:off x="2367" y="1968"/>
              <a:ext cx="270" cy="270"/>
              <a:chOff x="912" y="720"/>
              <a:chExt cx="360" cy="360"/>
            </a:xfrm>
          </p:grpSpPr>
          <p:sp>
            <p:nvSpPr>
              <p:cNvPr id="20561" name="Rectangle 84"/>
              <p:cNvSpPr>
                <a:spLocks noChangeArrowheads="1"/>
              </p:cNvSpPr>
              <p:nvPr/>
            </p:nvSpPr>
            <p:spPr bwMode="auto">
              <a:xfrm>
                <a:off x="912" y="720"/>
                <a:ext cx="360" cy="360"/>
              </a:xfrm>
              <a:prstGeom prst="rect">
                <a:avLst/>
              </a:prstGeom>
              <a:solidFill>
                <a:srgbClr val="003300"/>
              </a:solidFill>
              <a:ln w="9525">
                <a:solidFill>
                  <a:schemeClr val="tx1"/>
                </a:solidFill>
                <a:miter lim="800000"/>
              </a:ln>
            </p:spPr>
            <p:txBody>
              <a:bodyPr wrap="none" anchor="ctr"/>
              <a:lstStyle/>
              <a:p>
                <a:endParaRPr lang="en-US"/>
              </a:p>
            </p:txBody>
          </p:sp>
          <p:sp>
            <p:nvSpPr>
              <p:cNvPr id="20562" name="Oval 85"/>
              <p:cNvSpPr>
                <a:spLocks noChangeArrowheads="1"/>
              </p:cNvSpPr>
              <p:nvPr/>
            </p:nvSpPr>
            <p:spPr bwMode="auto">
              <a:xfrm>
                <a:off x="942" y="762"/>
                <a:ext cx="288" cy="288"/>
              </a:xfrm>
              <a:prstGeom prst="ellipse">
                <a:avLst/>
              </a:prstGeom>
              <a:solidFill>
                <a:srgbClr val="C0C0C0"/>
              </a:solidFill>
              <a:ln w="9525">
                <a:round/>
              </a:ln>
              <a:scene3d>
                <a:camera prst="legacyObliqueTopRight"/>
                <a:lightRig rig="legacyFlat1" dir="t"/>
              </a:scene3d>
              <a:sp3d extrusionH="36500" prstMaterial="legacyMetal">
                <a:bevelT w="13500" h="13500" prst="angle"/>
                <a:bevelB w="13500" h="13500" prst="angle"/>
                <a:extrusionClr>
                  <a:schemeClr val="tx1"/>
                </a:extrusionClr>
              </a:sp3d>
            </p:spPr>
            <p:txBody>
              <a:bodyPr wrap="none" anchor="ctr">
                <a:flatTx/>
              </a:bodyPr>
              <a:lstStyle/>
              <a:p>
                <a:endParaRPr lang="en-US"/>
              </a:p>
            </p:txBody>
          </p:sp>
        </p:grpSp>
        <p:grpSp>
          <p:nvGrpSpPr>
            <p:cNvPr id="13" name="Group 86"/>
            <p:cNvGrpSpPr/>
            <p:nvPr/>
          </p:nvGrpSpPr>
          <p:grpSpPr bwMode="auto">
            <a:xfrm>
              <a:off x="3176" y="2238"/>
              <a:ext cx="269" cy="270"/>
              <a:chOff x="912" y="720"/>
              <a:chExt cx="360" cy="360"/>
            </a:xfrm>
          </p:grpSpPr>
          <p:sp>
            <p:nvSpPr>
              <p:cNvPr id="20559" name="Rectangle 87"/>
              <p:cNvSpPr>
                <a:spLocks noChangeArrowheads="1"/>
              </p:cNvSpPr>
              <p:nvPr/>
            </p:nvSpPr>
            <p:spPr bwMode="auto">
              <a:xfrm>
                <a:off x="912" y="720"/>
                <a:ext cx="360" cy="360"/>
              </a:xfrm>
              <a:prstGeom prst="rect">
                <a:avLst/>
              </a:prstGeom>
              <a:solidFill>
                <a:srgbClr val="003300"/>
              </a:solidFill>
              <a:ln w="9525">
                <a:solidFill>
                  <a:schemeClr val="tx1"/>
                </a:solidFill>
                <a:miter lim="800000"/>
              </a:ln>
            </p:spPr>
            <p:txBody>
              <a:bodyPr wrap="none" anchor="ctr"/>
              <a:lstStyle/>
              <a:p>
                <a:endParaRPr lang="en-US"/>
              </a:p>
            </p:txBody>
          </p:sp>
          <p:sp>
            <p:nvSpPr>
              <p:cNvPr id="20560" name="Oval 88"/>
              <p:cNvSpPr>
                <a:spLocks noChangeArrowheads="1"/>
              </p:cNvSpPr>
              <p:nvPr/>
            </p:nvSpPr>
            <p:spPr bwMode="auto">
              <a:xfrm>
                <a:off x="942" y="762"/>
                <a:ext cx="288" cy="288"/>
              </a:xfrm>
              <a:prstGeom prst="ellipse">
                <a:avLst/>
              </a:prstGeom>
              <a:solidFill>
                <a:srgbClr val="C0C0C0"/>
              </a:solidFill>
              <a:ln w="9525">
                <a:round/>
              </a:ln>
              <a:scene3d>
                <a:camera prst="legacyObliqueTopRight"/>
                <a:lightRig rig="legacyFlat1" dir="t"/>
              </a:scene3d>
              <a:sp3d extrusionH="36500" prstMaterial="legacyMetal">
                <a:bevelT w="13500" h="13500" prst="angle"/>
                <a:bevelB w="13500" h="13500" prst="angle"/>
                <a:extrusionClr>
                  <a:schemeClr val="tx1"/>
                </a:extrusionClr>
              </a:sp3d>
            </p:spPr>
            <p:txBody>
              <a:bodyPr wrap="none" anchor="ctr">
                <a:flatTx/>
              </a:bodyPr>
              <a:lstStyle/>
              <a:p>
                <a:endParaRPr lang="en-US"/>
              </a:p>
            </p:txBody>
          </p:sp>
        </p:grpSp>
        <p:grpSp>
          <p:nvGrpSpPr>
            <p:cNvPr id="14" name="Group 89"/>
            <p:cNvGrpSpPr/>
            <p:nvPr/>
          </p:nvGrpSpPr>
          <p:grpSpPr bwMode="auto">
            <a:xfrm>
              <a:off x="2632" y="2238"/>
              <a:ext cx="270" cy="270"/>
              <a:chOff x="912" y="720"/>
              <a:chExt cx="360" cy="360"/>
            </a:xfrm>
          </p:grpSpPr>
          <p:sp>
            <p:nvSpPr>
              <p:cNvPr id="20557" name="Rectangle 90"/>
              <p:cNvSpPr>
                <a:spLocks noChangeArrowheads="1"/>
              </p:cNvSpPr>
              <p:nvPr/>
            </p:nvSpPr>
            <p:spPr bwMode="auto">
              <a:xfrm>
                <a:off x="912" y="720"/>
                <a:ext cx="360" cy="360"/>
              </a:xfrm>
              <a:prstGeom prst="rect">
                <a:avLst/>
              </a:prstGeom>
              <a:solidFill>
                <a:srgbClr val="003300"/>
              </a:solidFill>
              <a:ln w="9525">
                <a:solidFill>
                  <a:schemeClr val="tx1"/>
                </a:solidFill>
                <a:miter lim="800000"/>
              </a:ln>
            </p:spPr>
            <p:txBody>
              <a:bodyPr wrap="none" anchor="ctr"/>
              <a:lstStyle/>
              <a:p>
                <a:endParaRPr lang="en-US"/>
              </a:p>
            </p:txBody>
          </p:sp>
          <p:sp>
            <p:nvSpPr>
              <p:cNvPr id="20558" name="Oval 91"/>
              <p:cNvSpPr>
                <a:spLocks noChangeArrowheads="1"/>
              </p:cNvSpPr>
              <p:nvPr/>
            </p:nvSpPr>
            <p:spPr bwMode="auto">
              <a:xfrm>
                <a:off x="942" y="762"/>
                <a:ext cx="288" cy="288"/>
              </a:xfrm>
              <a:prstGeom prst="ellipse">
                <a:avLst/>
              </a:prstGeom>
              <a:solidFill>
                <a:srgbClr val="C0C0C0"/>
              </a:solidFill>
              <a:ln w="9525">
                <a:round/>
              </a:ln>
              <a:scene3d>
                <a:camera prst="legacyObliqueTopRight"/>
                <a:lightRig rig="legacyFlat1" dir="t"/>
              </a:scene3d>
              <a:sp3d extrusionH="36500" prstMaterial="legacyMetal">
                <a:bevelT w="13500" h="13500" prst="angle"/>
                <a:bevelB w="13500" h="13500" prst="angle"/>
                <a:extrusionClr>
                  <a:schemeClr val="tx1"/>
                </a:extrusionClr>
              </a:sp3d>
            </p:spPr>
            <p:txBody>
              <a:bodyPr wrap="none" anchor="ctr">
                <a:flatTx/>
              </a:bodyPr>
              <a:lstStyle/>
              <a:p>
                <a:endParaRPr lang="en-US"/>
              </a:p>
            </p:txBody>
          </p:sp>
        </p:grpSp>
        <p:grpSp>
          <p:nvGrpSpPr>
            <p:cNvPr id="15" name="Group 92"/>
            <p:cNvGrpSpPr/>
            <p:nvPr/>
          </p:nvGrpSpPr>
          <p:grpSpPr bwMode="auto">
            <a:xfrm>
              <a:off x="2098" y="2238"/>
              <a:ext cx="269" cy="270"/>
              <a:chOff x="912" y="720"/>
              <a:chExt cx="360" cy="360"/>
            </a:xfrm>
          </p:grpSpPr>
          <p:sp>
            <p:nvSpPr>
              <p:cNvPr id="20555" name="Rectangle 93"/>
              <p:cNvSpPr>
                <a:spLocks noChangeArrowheads="1"/>
              </p:cNvSpPr>
              <p:nvPr/>
            </p:nvSpPr>
            <p:spPr bwMode="auto">
              <a:xfrm>
                <a:off x="912" y="720"/>
                <a:ext cx="360" cy="360"/>
              </a:xfrm>
              <a:prstGeom prst="rect">
                <a:avLst/>
              </a:prstGeom>
              <a:solidFill>
                <a:srgbClr val="003300"/>
              </a:solidFill>
              <a:ln w="9525">
                <a:solidFill>
                  <a:schemeClr val="tx1"/>
                </a:solidFill>
                <a:miter lim="800000"/>
              </a:ln>
            </p:spPr>
            <p:txBody>
              <a:bodyPr wrap="none" anchor="ctr"/>
              <a:lstStyle/>
              <a:p>
                <a:endParaRPr lang="en-US"/>
              </a:p>
            </p:txBody>
          </p:sp>
          <p:sp>
            <p:nvSpPr>
              <p:cNvPr id="20556" name="Oval 94"/>
              <p:cNvSpPr>
                <a:spLocks noChangeArrowheads="1"/>
              </p:cNvSpPr>
              <p:nvPr/>
            </p:nvSpPr>
            <p:spPr bwMode="auto">
              <a:xfrm>
                <a:off x="942" y="762"/>
                <a:ext cx="288" cy="288"/>
              </a:xfrm>
              <a:prstGeom prst="ellipse">
                <a:avLst/>
              </a:prstGeom>
              <a:solidFill>
                <a:srgbClr val="C0C0C0"/>
              </a:solidFill>
              <a:ln w="9525">
                <a:round/>
              </a:ln>
              <a:scene3d>
                <a:camera prst="legacyObliqueTopRight"/>
                <a:lightRig rig="legacyFlat1" dir="t"/>
              </a:scene3d>
              <a:sp3d extrusionH="36500" prstMaterial="legacyMetal">
                <a:bevelT w="13500" h="13500" prst="angle"/>
                <a:bevelB w="13500" h="13500" prst="angle"/>
                <a:extrusionClr>
                  <a:schemeClr val="tx1"/>
                </a:extrusionClr>
              </a:sp3d>
            </p:spPr>
            <p:txBody>
              <a:bodyPr wrap="none" anchor="ctr">
                <a:flatTx/>
              </a:bodyPr>
              <a:lstStyle/>
              <a:p>
                <a:endParaRPr lang="en-US"/>
              </a:p>
            </p:txBody>
          </p:sp>
        </p:grpSp>
        <p:grpSp>
          <p:nvGrpSpPr>
            <p:cNvPr id="16" name="Group 95"/>
            <p:cNvGrpSpPr/>
            <p:nvPr/>
          </p:nvGrpSpPr>
          <p:grpSpPr bwMode="auto">
            <a:xfrm>
              <a:off x="3441" y="1968"/>
              <a:ext cx="269" cy="270"/>
              <a:chOff x="912" y="720"/>
              <a:chExt cx="360" cy="360"/>
            </a:xfrm>
          </p:grpSpPr>
          <p:sp>
            <p:nvSpPr>
              <p:cNvPr id="20553" name="Rectangle 96"/>
              <p:cNvSpPr>
                <a:spLocks noChangeArrowheads="1"/>
              </p:cNvSpPr>
              <p:nvPr/>
            </p:nvSpPr>
            <p:spPr bwMode="auto">
              <a:xfrm>
                <a:off x="912" y="720"/>
                <a:ext cx="360" cy="360"/>
              </a:xfrm>
              <a:prstGeom prst="rect">
                <a:avLst/>
              </a:prstGeom>
              <a:solidFill>
                <a:srgbClr val="003300"/>
              </a:solidFill>
              <a:ln w="9525">
                <a:solidFill>
                  <a:schemeClr val="tx1"/>
                </a:solidFill>
                <a:miter lim="800000"/>
              </a:ln>
            </p:spPr>
            <p:txBody>
              <a:bodyPr wrap="none" anchor="ctr"/>
              <a:lstStyle/>
              <a:p>
                <a:endParaRPr lang="en-US"/>
              </a:p>
            </p:txBody>
          </p:sp>
          <p:sp>
            <p:nvSpPr>
              <p:cNvPr id="20554" name="Oval 97"/>
              <p:cNvSpPr>
                <a:spLocks noChangeArrowheads="1"/>
              </p:cNvSpPr>
              <p:nvPr/>
            </p:nvSpPr>
            <p:spPr bwMode="auto">
              <a:xfrm>
                <a:off x="942" y="762"/>
                <a:ext cx="288" cy="288"/>
              </a:xfrm>
              <a:prstGeom prst="ellipse">
                <a:avLst/>
              </a:prstGeom>
              <a:solidFill>
                <a:srgbClr val="C0C0C0"/>
              </a:solidFill>
              <a:ln w="9525">
                <a:round/>
              </a:ln>
              <a:scene3d>
                <a:camera prst="legacyObliqueTopRight"/>
                <a:lightRig rig="legacyFlat1" dir="t"/>
              </a:scene3d>
              <a:sp3d extrusionH="36500" prstMaterial="legacyMetal">
                <a:bevelT w="13500" h="13500" prst="angle"/>
                <a:bevelB w="13500" h="13500" prst="angle"/>
                <a:extrusionClr>
                  <a:schemeClr val="tx1"/>
                </a:extrusionClr>
              </a:sp3d>
            </p:spPr>
            <p:txBody>
              <a:bodyPr wrap="none" anchor="ctr">
                <a:flatTx/>
              </a:bodyPr>
              <a:lstStyle/>
              <a:p>
                <a:endParaRPr lang="en-US"/>
              </a:p>
            </p:txBody>
          </p:sp>
        </p:grpSp>
        <p:grpSp>
          <p:nvGrpSpPr>
            <p:cNvPr id="17" name="Group 98"/>
            <p:cNvGrpSpPr/>
            <p:nvPr/>
          </p:nvGrpSpPr>
          <p:grpSpPr bwMode="auto">
            <a:xfrm>
              <a:off x="2902" y="1968"/>
              <a:ext cx="269" cy="270"/>
              <a:chOff x="912" y="720"/>
              <a:chExt cx="360" cy="360"/>
            </a:xfrm>
          </p:grpSpPr>
          <p:sp>
            <p:nvSpPr>
              <p:cNvPr id="20551" name="Rectangle 99"/>
              <p:cNvSpPr>
                <a:spLocks noChangeArrowheads="1"/>
              </p:cNvSpPr>
              <p:nvPr/>
            </p:nvSpPr>
            <p:spPr bwMode="auto">
              <a:xfrm>
                <a:off x="912" y="720"/>
                <a:ext cx="360" cy="360"/>
              </a:xfrm>
              <a:prstGeom prst="rect">
                <a:avLst/>
              </a:prstGeom>
              <a:solidFill>
                <a:srgbClr val="003300"/>
              </a:solidFill>
              <a:ln w="9525">
                <a:solidFill>
                  <a:schemeClr val="tx1"/>
                </a:solidFill>
                <a:miter lim="800000"/>
              </a:ln>
            </p:spPr>
            <p:txBody>
              <a:bodyPr wrap="none" anchor="ctr"/>
              <a:lstStyle/>
              <a:p>
                <a:endParaRPr lang="en-US"/>
              </a:p>
            </p:txBody>
          </p:sp>
          <p:sp>
            <p:nvSpPr>
              <p:cNvPr id="20552" name="Oval 100"/>
              <p:cNvSpPr>
                <a:spLocks noChangeArrowheads="1"/>
              </p:cNvSpPr>
              <p:nvPr/>
            </p:nvSpPr>
            <p:spPr bwMode="auto">
              <a:xfrm>
                <a:off x="942" y="762"/>
                <a:ext cx="288" cy="288"/>
              </a:xfrm>
              <a:prstGeom prst="ellipse">
                <a:avLst/>
              </a:prstGeom>
              <a:solidFill>
                <a:srgbClr val="C0C0C0"/>
              </a:solidFill>
              <a:ln w="9525">
                <a:round/>
              </a:ln>
              <a:scene3d>
                <a:camera prst="legacyObliqueTopRight"/>
                <a:lightRig rig="legacyFlat1" dir="t"/>
              </a:scene3d>
              <a:sp3d extrusionH="36500" prstMaterial="legacyMetal">
                <a:bevelT w="13500" h="13500" prst="angle"/>
                <a:bevelB w="13500" h="13500" prst="angle"/>
                <a:extrusionClr>
                  <a:schemeClr val="tx1"/>
                </a:extrusionClr>
              </a:sp3d>
            </p:spPr>
            <p:txBody>
              <a:bodyPr wrap="none" anchor="ctr">
                <a:flatTx/>
              </a:bodyPr>
              <a:lstStyle/>
              <a:p>
                <a:endParaRPr lang="en-US"/>
              </a:p>
            </p:txBody>
          </p:sp>
        </p:grpSp>
        <p:grpSp>
          <p:nvGrpSpPr>
            <p:cNvPr id="18" name="Group 101"/>
            <p:cNvGrpSpPr/>
            <p:nvPr/>
          </p:nvGrpSpPr>
          <p:grpSpPr bwMode="auto">
            <a:xfrm>
              <a:off x="1556" y="2238"/>
              <a:ext cx="270" cy="270"/>
              <a:chOff x="912" y="720"/>
              <a:chExt cx="360" cy="360"/>
            </a:xfrm>
          </p:grpSpPr>
          <p:sp>
            <p:nvSpPr>
              <p:cNvPr id="20549" name="Rectangle 102"/>
              <p:cNvSpPr>
                <a:spLocks noChangeArrowheads="1"/>
              </p:cNvSpPr>
              <p:nvPr/>
            </p:nvSpPr>
            <p:spPr bwMode="auto">
              <a:xfrm>
                <a:off x="912" y="720"/>
                <a:ext cx="360" cy="360"/>
              </a:xfrm>
              <a:prstGeom prst="rect">
                <a:avLst/>
              </a:prstGeom>
              <a:solidFill>
                <a:srgbClr val="003300"/>
              </a:solidFill>
              <a:ln w="9525">
                <a:solidFill>
                  <a:schemeClr val="tx1"/>
                </a:solidFill>
                <a:miter lim="800000"/>
              </a:ln>
            </p:spPr>
            <p:txBody>
              <a:bodyPr wrap="none" anchor="ctr"/>
              <a:lstStyle/>
              <a:p>
                <a:endParaRPr lang="en-US"/>
              </a:p>
            </p:txBody>
          </p:sp>
          <p:sp>
            <p:nvSpPr>
              <p:cNvPr id="20550" name="Oval 103"/>
              <p:cNvSpPr>
                <a:spLocks noChangeArrowheads="1"/>
              </p:cNvSpPr>
              <p:nvPr/>
            </p:nvSpPr>
            <p:spPr bwMode="auto">
              <a:xfrm>
                <a:off x="942" y="762"/>
                <a:ext cx="288" cy="288"/>
              </a:xfrm>
              <a:prstGeom prst="ellipse">
                <a:avLst/>
              </a:prstGeom>
              <a:solidFill>
                <a:srgbClr val="C0C0C0"/>
              </a:solidFill>
              <a:ln w="9525">
                <a:round/>
              </a:ln>
              <a:scene3d>
                <a:camera prst="legacyObliqueTopRight"/>
                <a:lightRig rig="legacyFlat1" dir="t"/>
              </a:scene3d>
              <a:sp3d extrusionH="36500" prstMaterial="legacyMetal">
                <a:bevelT w="13500" h="13500" prst="angle"/>
                <a:bevelB w="13500" h="13500" prst="angle"/>
                <a:extrusionClr>
                  <a:schemeClr val="tx1"/>
                </a:extrusionClr>
              </a:sp3d>
            </p:spPr>
            <p:txBody>
              <a:bodyPr wrap="none" anchor="ctr">
                <a:flatTx/>
              </a:bodyPr>
              <a:lstStyle/>
              <a:p>
                <a:endParaRPr lang="en-US"/>
              </a:p>
            </p:txBody>
          </p:sp>
        </p:grpSp>
        <p:grpSp>
          <p:nvGrpSpPr>
            <p:cNvPr id="19" name="Group 104"/>
            <p:cNvGrpSpPr/>
            <p:nvPr/>
          </p:nvGrpSpPr>
          <p:grpSpPr bwMode="auto">
            <a:xfrm>
              <a:off x="3441" y="2508"/>
              <a:ext cx="269" cy="270"/>
              <a:chOff x="912" y="720"/>
              <a:chExt cx="360" cy="360"/>
            </a:xfrm>
          </p:grpSpPr>
          <p:sp>
            <p:nvSpPr>
              <p:cNvPr id="20547" name="Rectangle 105"/>
              <p:cNvSpPr>
                <a:spLocks noChangeArrowheads="1"/>
              </p:cNvSpPr>
              <p:nvPr/>
            </p:nvSpPr>
            <p:spPr bwMode="auto">
              <a:xfrm>
                <a:off x="912" y="720"/>
                <a:ext cx="360" cy="360"/>
              </a:xfrm>
              <a:prstGeom prst="rect">
                <a:avLst/>
              </a:prstGeom>
              <a:solidFill>
                <a:srgbClr val="003300"/>
              </a:solidFill>
              <a:ln w="9525">
                <a:solidFill>
                  <a:schemeClr val="tx1"/>
                </a:solidFill>
                <a:miter lim="800000"/>
              </a:ln>
            </p:spPr>
            <p:txBody>
              <a:bodyPr wrap="none" anchor="ctr"/>
              <a:lstStyle/>
              <a:p>
                <a:endParaRPr lang="en-US"/>
              </a:p>
            </p:txBody>
          </p:sp>
          <p:sp>
            <p:nvSpPr>
              <p:cNvPr id="20548" name="Oval 106"/>
              <p:cNvSpPr>
                <a:spLocks noChangeArrowheads="1"/>
              </p:cNvSpPr>
              <p:nvPr/>
            </p:nvSpPr>
            <p:spPr bwMode="auto">
              <a:xfrm>
                <a:off x="942" y="762"/>
                <a:ext cx="288" cy="288"/>
              </a:xfrm>
              <a:prstGeom prst="ellipse">
                <a:avLst/>
              </a:prstGeom>
              <a:solidFill>
                <a:srgbClr val="C0C0C0"/>
              </a:solidFill>
              <a:ln w="9525">
                <a:round/>
              </a:ln>
              <a:scene3d>
                <a:camera prst="legacyObliqueTopRight"/>
                <a:lightRig rig="legacyFlat1" dir="t"/>
              </a:scene3d>
              <a:sp3d extrusionH="36500" prstMaterial="legacyMetal">
                <a:bevelT w="13500" h="13500" prst="angle"/>
                <a:bevelB w="13500" h="13500" prst="angle"/>
                <a:extrusionClr>
                  <a:schemeClr val="tx1"/>
                </a:extrusionClr>
              </a:sp3d>
            </p:spPr>
            <p:txBody>
              <a:bodyPr wrap="none" anchor="ctr">
                <a:flatTx/>
              </a:bodyPr>
              <a:lstStyle/>
              <a:p>
                <a:endParaRPr lang="en-US"/>
              </a:p>
            </p:txBody>
          </p:sp>
        </p:grpSp>
        <p:grpSp>
          <p:nvGrpSpPr>
            <p:cNvPr id="20" name="Group 107"/>
            <p:cNvGrpSpPr/>
            <p:nvPr/>
          </p:nvGrpSpPr>
          <p:grpSpPr bwMode="auto">
            <a:xfrm>
              <a:off x="2906" y="2513"/>
              <a:ext cx="270" cy="270"/>
              <a:chOff x="912" y="720"/>
              <a:chExt cx="360" cy="360"/>
            </a:xfrm>
          </p:grpSpPr>
          <p:sp>
            <p:nvSpPr>
              <p:cNvPr id="20545" name="Rectangle 108"/>
              <p:cNvSpPr>
                <a:spLocks noChangeArrowheads="1"/>
              </p:cNvSpPr>
              <p:nvPr/>
            </p:nvSpPr>
            <p:spPr bwMode="auto">
              <a:xfrm>
                <a:off x="912" y="720"/>
                <a:ext cx="360" cy="360"/>
              </a:xfrm>
              <a:prstGeom prst="rect">
                <a:avLst/>
              </a:prstGeom>
              <a:solidFill>
                <a:srgbClr val="003300"/>
              </a:solidFill>
              <a:ln w="9525">
                <a:solidFill>
                  <a:schemeClr val="tx1"/>
                </a:solidFill>
                <a:miter lim="800000"/>
              </a:ln>
            </p:spPr>
            <p:txBody>
              <a:bodyPr wrap="none" anchor="ctr"/>
              <a:lstStyle/>
              <a:p>
                <a:endParaRPr lang="en-US"/>
              </a:p>
            </p:txBody>
          </p:sp>
          <p:sp>
            <p:nvSpPr>
              <p:cNvPr id="20546" name="Oval 109"/>
              <p:cNvSpPr>
                <a:spLocks noChangeArrowheads="1"/>
              </p:cNvSpPr>
              <p:nvPr/>
            </p:nvSpPr>
            <p:spPr bwMode="auto">
              <a:xfrm>
                <a:off x="942" y="762"/>
                <a:ext cx="288" cy="288"/>
              </a:xfrm>
              <a:prstGeom prst="ellipse">
                <a:avLst/>
              </a:prstGeom>
              <a:solidFill>
                <a:srgbClr val="C0C0C0"/>
              </a:solidFill>
              <a:ln w="9525">
                <a:round/>
              </a:ln>
              <a:scene3d>
                <a:camera prst="legacyObliqueTopRight"/>
                <a:lightRig rig="legacyFlat1" dir="t"/>
              </a:scene3d>
              <a:sp3d extrusionH="36500" prstMaterial="legacyMetal">
                <a:bevelT w="13500" h="13500" prst="angle"/>
                <a:bevelB w="13500" h="13500" prst="angle"/>
                <a:extrusionClr>
                  <a:schemeClr val="tx1"/>
                </a:extrusionClr>
              </a:sp3d>
            </p:spPr>
            <p:txBody>
              <a:bodyPr wrap="none" anchor="ctr">
                <a:flatTx/>
              </a:bodyPr>
              <a:lstStyle/>
              <a:p>
                <a:endParaRPr lang="en-US"/>
              </a:p>
            </p:txBody>
          </p:sp>
        </p:grpSp>
        <p:grpSp>
          <p:nvGrpSpPr>
            <p:cNvPr id="21" name="Group 110"/>
            <p:cNvGrpSpPr/>
            <p:nvPr/>
          </p:nvGrpSpPr>
          <p:grpSpPr bwMode="auto">
            <a:xfrm>
              <a:off x="2363" y="2508"/>
              <a:ext cx="269" cy="270"/>
              <a:chOff x="912" y="720"/>
              <a:chExt cx="360" cy="360"/>
            </a:xfrm>
          </p:grpSpPr>
          <p:sp>
            <p:nvSpPr>
              <p:cNvPr id="20543" name="Rectangle 111"/>
              <p:cNvSpPr>
                <a:spLocks noChangeArrowheads="1"/>
              </p:cNvSpPr>
              <p:nvPr/>
            </p:nvSpPr>
            <p:spPr bwMode="auto">
              <a:xfrm>
                <a:off x="912" y="720"/>
                <a:ext cx="360" cy="360"/>
              </a:xfrm>
              <a:prstGeom prst="rect">
                <a:avLst/>
              </a:prstGeom>
              <a:solidFill>
                <a:srgbClr val="003300"/>
              </a:solidFill>
              <a:ln w="9525">
                <a:solidFill>
                  <a:schemeClr val="tx1"/>
                </a:solidFill>
                <a:miter lim="800000"/>
              </a:ln>
            </p:spPr>
            <p:txBody>
              <a:bodyPr wrap="none" anchor="ctr"/>
              <a:lstStyle/>
              <a:p>
                <a:endParaRPr lang="en-US"/>
              </a:p>
            </p:txBody>
          </p:sp>
          <p:sp>
            <p:nvSpPr>
              <p:cNvPr id="20544" name="Oval 112"/>
              <p:cNvSpPr>
                <a:spLocks noChangeArrowheads="1"/>
              </p:cNvSpPr>
              <p:nvPr/>
            </p:nvSpPr>
            <p:spPr bwMode="auto">
              <a:xfrm>
                <a:off x="942" y="762"/>
                <a:ext cx="288" cy="288"/>
              </a:xfrm>
              <a:prstGeom prst="ellipse">
                <a:avLst/>
              </a:prstGeom>
              <a:solidFill>
                <a:srgbClr val="C0C0C0"/>
              </a:solidFill>
              <a:ln w="9525">
                <a:round/>
              </a:ln>
              <a:scene3d>
                <a:camera prst="legacyObliqueTopRight"/>
                <a:lightRig rig="legacyFlat1" dir="t"/>
              </a:scene3d>
              <a:sp3d extrusionH="36500" prstMaterial="legacyMetal">
                <a:bevelT w="13500" h="13500" prst="angle"/>
                <a:bevelB w="13500" h="13500" prst="angle"/>
                <a:extrusionClr>
                  <a:schemeClr val="tx1"/>
                </a:extrusionClr>
              </a:sp3d>
            </p:spPr>
            <p:txBody>
              <a:bodyPr wrap="none" anchor="ctr">
                <a:flatTx/>
              </a:bodyPr>
              <a:lstStyle/>
              <a:p>
                <a:endParaRPr lang="en-US"/>
              </a:p>
            </p:txBody>
          </p:sp>
        </p:grpSp>
        <p:grpSp>
          <p:nvGrpSpPr>
            <p:cNvPr id="22" name="Group 113"/>
            <p:cNvGrpSpPr/>
            <p:nvPr/>
          </p:nvGrpSpPr>
          <p:grpSpPr bwMode="auto">
            <a:xfrm>
              <a:off x="1824" y="2508"/>
              <a:ext cx="269" cy="270"/>
              <a:chOff x="912" y="720"/>
              <a:chExt cx="360" cy="360"/>
            </a:xfrm>
          </p:grpSpPr>
          <p:sp>
            <p:nvSpPr>
              <p:cNvPr id="20541" name="Rectangle 114"/>
              <p:cNvSpPr>
                <a:spLocks noChangeArrowheads="1"/>
              </p:cNvSpPr>
              <p:nvPr/>
            </p:nvSpPr>
            <p:spPr bwMode="auto">
              <a:xfrm>
                <a:off x="912" y="720"/>
                <a:ext cx="360" cy="360"/>
              </a:xfrm>
              <a:prstGeom prst="rect">
                <a:avLst/>
              </a:prstGeom>
              <a:solidFill>
                <a:srgbClr val="003300"/>
              </a:solidFill>
              <a:ln w="9525">
                <a:solidFill>
                  <a:schemeClr val="tx1"/>
                </a:solidFill>
                <a:miter lim="800000"/>
              </a:ln>
            </p:spPr>
            <p:txBody>
              <a:bodyPr wrap="none" anchor="ctr"/>
              <a:lstStyle/>
              <a:p>
                <a:endParaRPr lang="en-US"/>
              </a:p>
            </p:txBody>
          </p:sp>
          <p:sp>
            <p:nvSpPr>
              <p:cNvPr id="20542" name="Oval 115"/>
              <p:cNvSpPr>
                <a:spLocks noChangeArrowheads="1"/>
              </p:cNvSpPr>
              <p:nvPr/>
            </p:nvSpPr>
            <p:spPr bwMode="auto">
              <a:xfrm>
                <a:off x="942" y="762"/>
                <a:ext cx="288" cy="288"/>
              </a:xfrm>
              <a:prstGeom prst="ellipse">
                <a:avLst/>
              </a:prstGeom>
              <a:solidFill>
                <a:srgbClr val="C0C0C0"/>
              </a:solidFill>
              <a:ln w="9525">
                <a:round/>
              </a:ln>
              <a:scene3d>
                <a:camera prst="legacyObliqueTopRight"/>
                <a:lightRig rig="legacyFlat1" dir="t"/>
              </a:scene3d>
              <a:sp3d extrusionH="36500" prstMaterial="legacyMetal">
                <a:bevelT w="13500" h="13500" prst="angle"/>
                <a:bevelB w="13500" h="13500" prst="angle"/>
                <a:extrusionClr>
                  <a:schemeClr val="tx1"/>
                </a:extrusionClr>
              </a:sp3d>
            </p:spPr>
            <p:txBody>
              <a:bodyPr wrap="none" anchor="ctr">
                <a:flatTx/>
              </a:bodyPr>
              <a:lstStyle/>
              <a:p>
                <a:endParaRPr lang="en-US"/>
              </a:p>
            </p:txBody>
          </p:sp>
        </p:grpSp>
        <p:grpSp>
          <p:nvGrpSpPr>
            <p:cNvPr id="23" name="Group 116"/>
            <p:cNvGrpSpPr/>
            <p:nvPr/>
          </p:nvGrpSpPr>
          <p:grpSpPr bwMode="auto">
            <a:xfrm>
              <a:off x="2098" y="3318"/>
              <a:ext cx="269" cy="270"/>
              <a:chOff x="4416" y="2016"/>
              <a:chExt cx="360" cy="360"/>
            </a:xfrm>
          </p:grpSpPr>
          <p:sp>
            <p:nvSpPr>
              <p:cNvPr id="20539" name="Rectangle 117"/>
              <p:cNvSpPr>
                <a:spLocks noChangeArrowheads="1"/>
              </p:cNvSpPr>
              <p:nvPr/>
            </p:nvSpPr>
            <p:spPr bwMode="auto">
              <a:xfrm>
                <a:off x="4416" y="2016"/>
                <a:ext cx="360" cy="360"/>
              </a:xfrm>
              <a:prstGeom prst="rect">
                <a:avLst/>
              </a:prstGeom>
              <a:solidFill>
                <a:srgbClr val="003300"/>
              </a:solidFill>
              <a:ln w="9525">
                <a:solidFill>
                  <a:schemeClr val="tx1"/>
                </a:solidFill>
                <a:miter lim="800000"/>
              </a:ln>
            </p:spPr>
            <p:txBody>
              <a:bodyPr wrap="none" anchor="ctr"/>
              <a:lstStyle/>
              <a:p>
                <a:endParaRPr lang="en-US"/>
              </a:p>
            </p:txBody>
          </p:sp>
          <p:sp>
            <p:nvSpPr>
              <p:cNvPr id="20540" name="Oval 118"/>
              <p:cNvSpPr>
                <a:spLocks noChangeArrowheads="1"/>
              </p:cNvSpPr>
              <p:nvPr/>
            </p:nvSpPr>
            <p:spPr bwMode="auto">
              <a:xfrm>
                <a:off x="4446" y="2058"/>
                <a:ext cx="288" cy="288"/>
              </a:xfrm>
              <a:prstGeom prst="ellipse">
                <a:avLst/>
              </a:prstGeom>
              <a:solidFill>
                <a:srgbClr val="680000"/>
              </a:solidFill>
              <a:ln w="9525">
                <a:round/>
              </a:ln>
              <a:scene3d>
                <a:camera prst="legacyObliqueTopRight"/>
                <a:lightRig rig="legacyFlat1" dir="t"/>
              </a:scene3d>
              <a:sp3d extrusionH="36500" prstMaterial="legacyMetal">
                <a:bevelT w="13500" h="13500" prst="angle"/>
                <a:bevelB w="13500" h="13500" prst="angle"/>
                <a:extrusionClr>
                  <a:schemeClr val="tx1"/>
                </a:extrusionClr>
              </a:sp3d>
            </p:spPr>
            <p:txBody>
              <a:bodyPr wrap="none" anchor="ctr">
                <a:flatTx/>
              </a:bodyPr>
              <a:lstStyle/>
              <a:p>
                <a:endParaRPr lang="en-US"/>
              </a:p>
            </p:txBody>
          </p:sp>
        </p:grpSp>
        <p:grpSp>
          <p:nvGrpSpPr>
            <p:cNvPr id="24" name="Group 119"/>
            <p:cNvGrpSpPr/>
            <p:nvPr/>
          </p:nvGrpSpPr>
          <p:grpSpPr bwMode="auto">
            <a:xfrm>
              <a:off x="2367" y="3588"/>
              <a:ext cx="270" cy="270"/>
              <a:chOff x="4416" y="2016"/>
              <a:chExt cx="360" cy="360"/>
            </a:xfrm>
          </p:grpSpPr>
          <p:sp>
            <p:nvSpPr>
              <p:cNvPr id="20537" name="Rectangle 120"/>
              <p:cNvSpPr>
                <a:spLocks noChangeArrowheads="1"/>
              </p:cNvSpPr>
              <p:nvPr/>
            </p:nvSpPr>
            <p:spPr bwMode="auto">
              <a:xfrm>
                <a:off x="4416" y="2016"/>
                <a:ext cx="360" cy="360"/>
              </a:xfrm>
              <a:prstGeom prst="rect">
                <a:avLst/>
              </a:prstGeom>
              <a:solidFill>
                <a:srgbClr val="003300"/>
              </a:solidFill>
              <a:ln w="9525">
                <a:solidFill>
                  <a:schemeClr val="tx1"/>
                </a:solidFill>
                <a:miter lim="800000"/>
              </a:ln>
            </p:spPr>
            <p:txBody>
              <a:bodyPr wrap="none" anchor="ctr"/>
              <a:lstStyle/>
              <a:p>
                <a:endParaRPr lang="en-US"/>
              </a:p>
            </p:txBody>
          </p:sp>
          <p:sp>
            <p:nvSpPr>
              <p:cNvPr id="20538" name="Oval 121"/>
              <p:cNvSpPr>
                <a:spLocks noChangeArrowheads="1"/>
              </p:cNvSpPr>
              <p:nvPr/>
            </p:nvSpPr>
            <p:spPr bwMode="auto">
              <a:xfrm>
                <a:off x="4446" y="2058"/>
                <a:ext cx="288" cy="288"/>
              </a:xfrm>
              <a:prstGeom prst="ellipse">
                <a:avLst/>
              </a:prstGeom>
              <a:solidFill>
                <a:srgbClr val="680000"/>
              </a:solidFill>
              <a:ln w="9525">
                <a:round/>
              </a:ln>
              <a:scene3d>
                <a:camera prst="legacyObliqueTopRight"/>
                <a:lightRig rig="legacyFlat1" dir="t"/>
              </a:scene3d>
              <a:sp3d extrusionH="36500" prstMaterial="legacyMetal">
                <a:bevelT w="13500" h="13500" prst="angle"/>
                <a:bevelB w="13500" h="13500" prst="angle"/>
                <a:extrusionClr>
                  <a:schemeClr val="tx1"/>
                </a:extrusionClr>
              </a:sp3d>
            </p:spPr>
            <p:txBody>
              <a:bodyPr wrap="none" anchor="ctr">
                <a:flatTx/>
              </a:bodyPr>
              <a:lstStyle/>
              <a:p>
                <a:endParaRPr lang="en-US"/>
              </a:p>
            </p:txBody>
          </p:sp>
        </p:grpSp>
        <p:grpSp>
          <p:nvGrpSpPr>
            <p:cNvPr id="25" name="Group 122"/>
            <p:cNvGrpSpPr/>
            <p:nvPr/>
          </p:nvGrpSpPr>
          <p:grpSpPr bwMode="auto">
            <a:xfrm>
              <a:off x="1828" y="3588"/>
              <a:ext cx="270" cy="270"/>
              <a:chOff x="4416" y="2016"/>
              <a:chExt cx="360" cy="360"/>
            </a:xfrm>
          </p:grpSpPr>
          <p:sp>
            <p:nvSpPr>
              <p:cNvPr id="20535" name="Rectangle 123"/>
              <p:cNvSpPr>
                <a:spLocks noChangeArrowheads="1"/>
              </p:cNvSpPr>
              <p:nvPr/>
            </p:nvSpPr>
            <p:spPr bwMode="auto">
              <a:xfrm>
                <a:off x="4416" y="2016"/>
                <a:ext cx="360" cy="360"/>
              </a:xfrm>
              <a:prstGeom prst="rect">
                <a:avLst/>
              </a:prstGeom>
              <a:solidFill>
                <a:srgbClr val="003300"/>
              </a:solidFill>
              <a:ln w="9525">
                <a:solidFill>
                  <a:schemeClr val="tx1"/>
                </a:solidFill>
                <a:miter lim="800000"/>
              </a:ln>
            </p:spPr>
            <p:txBody>
              <a:bodyPr wrap="none" anchor="ctr"/>
              <a:lstStyle/>
              <a:p>
                <a:endParaRPr lang="en-US"/>
              </a:p>
            </p:txBody>
          </p:sp>
          <p:sp>
            <p:nvSpPr>
              <p:cNvPr id="20536" name="Oval 124"/>
              <p:cNvSpPr>
                <a:spLocks noChangeArrowheads="1"/>
              </p:cNvSpPr>
              <p:nvPr/>
            </p:nvSpPr>
            <p:spPr bwMode="auto">
              <a:xfrm>
                <a:off x="4446" y="2058"/>
                <a:ext cx="288" cy="288"/>
              </a:xfrm>
              <a:prstGeom prst="ellipse">
                <a:avLst/>
              </a:prstGeom>
              <a:solidFill>
                <a:srgbClr val="680000"/>
              </a:solidFill>
              <a:ln w="9525">
                <a:round/>
              </a:ln>
              <a:scene3d>
                <a:camera prst="legacyObliqueTopRight"/>
                <a:lightRig rig="legacyFlat1" dir="t"/>
              </a:scene3d>
              <a:sp3d extrusionH="36500" prstMaterial="legacyMetal">
                <a:bevelT w="13500" h="13500" prst="angle"/>
                <a:bevelB w="13500" h="13500" prst="angle"/>
                <a:extrusionClr>
                  <a:schemeClr val="tx1"/>
                </a:extrusionClr>
              </a:sp3d>
            </p:spPr>
            <p:txBody>
              <a:bodyPr wrap="none" anchor="ctr">
                <a:flatTx/>
              </a:bodyPr>
              <a:lstStyle/>
              <a:p>
                <a:endParaRPr lang="en-US"/>
              </a:p>
            </p:txBody>
          </p:sp>
        </p:grpSp>
        <p:grpSp>
          <p:nvGrpSpPr>
            <p:cNvPr id="26" name="Group 125"/>
            <p:cNvGrpSpPr/>
            <p:nvPr/>
          </p:nvGrpSpPr>
          <p:grpSpPr bwMode="auto">
            <a:xfrm>
              <a:off x="2098" y="3858"/>
              <a:ext cx="269" cy="270"/>
              <a:chOff x="4416" y="2016"/>
              <a:chExt cx="360" cy="360"/>
            </a:xfrm>
          </p:grpSpPr>
          <p:sp>
            <p:nvSpPr>
              <p:cNvPr id="20533" name="Rectangle 126"/>
              <p:cNvSpPr>
                <a:spLocks noChangeArrowheads="1"/>
              </p:cNvSpPr>
              <p:nvPr/>
            </p:nvSpPr>
            <p:spPr bwMode="auto">
              <a:xfrm>
                <a:off x="4416" y="2016"/>
                <a:ext cx="360" cy="360"/>
              </a:xfrm>
              <a:prstGeom prst="rect">
                <a:avLst/>
              </a:prstGeom>
              <a:solidFill>
                <a:srgbClr val="003300"/>
              </a:solidFill>
              <a:ln w="9525">
                <a:solidFill>
                  <a:schemeClr val="tx1"/>
                </a:solidFill>
                <a:miter lim="800000"/>
              </a:ln>
            </p:spPr>
            <p:txBody>
              <a:bodyPr wrap="none" anchor="ctr"/>
              <a:lstStyle/>
              <a:p>
                <a:endParaRPr lang="en-US"/>
              </a:p>
            </p:txBody>
          </p:sp>
          <p:sp>
            <p:nvSpPr>
              <p:cNvPr id="20534" name="Oval 127"/>
              <p:cNvSpPr>
                <a:spLocks noChangeArrowheads="1"/>
              </p:cNvSpPr>
              <p:nvPr/>
            </p:nvSpPr>
            <p:spPr bwMode="auto">
              <a:xfrm>
                <a:off x="4446" y="2058"/>
                <a:ext cx="288" cy="288"/>
              </a:xfrm>
              <a:prstGeom prst="ellipse">
                <a:avLst/>
              </a:prstGeom>
              <a:solidFill>
                <a:srgbClr val="680000"/>
              </a:solidFill>
              <a:ln w="9525">
                <a:round/>
              </a:ln>
              <a:scene3d>
                <a:camera prst="legacyObliqueTopRight"/>
                <a:lightRig rig="legacyFlat1" dir="t"/>
              </a:scene3d>
              <a:sp3d extrusionH="36500" prstMaterial="legacyMetal">
                <a:bevelT w="13500" h="13500" prst="angle"/>
                <a:bevelB w="13500" h="13500" prst="angle"/>
                <a:extrusionClr>
                  <a:schemeClr val="tx1"/>
                </a:extrusionClr>
              </a:sp3d>
            </p:spPr>
            <p:txBody>
              <a:bodyPr wrap="none" anchor="ctr">
                <a:flatTx/>
              </a:bodyPr>
              <a:lstStyle/>
              <a:p>
                <a:endParaRPr lang="en-US"/>
              </a:p>
            </p:txBody>
          </p:sp>
        </p:grpSp>
        <p:grpSp>
          <p:nvGrpSpPr>
            <p:cNvPr id="27" name="Group 128"/>
            <p:cNvGrpSpPr/>
            <p:nvPr/>
          </p:nvGrpSpPr>
          <p:grpSpPr bwMode="auto">
            <a:xfrm>
              <a:off x="2637" y="3858"/>
              <a:ext cx="269" cy="270"/>
              <a:chOff x="4416" y="2016"/>
              <a:chExt cx="360" cy="360"/>
            </a:xfrm>
          </p:grpSpPr>
          <p:sp>
            <p:nvSpPr>
              <p:cNvPr id="20531" name="Rectangle 129"/>
              <p:cNvSpPr>
                <a:spLocks noChangeArrowheads="1"/>
              </p:cNvSpPr>
              <p:nvPr/>
            </p:nvSpPr>
            <p:spPr bwMode="auto">
              <a:xfrm>
                <a:off x="4416" y="2016"/>
                <a:ext cx="360" cy="360"/>
              </a:xfrm>
              <a:prstGeom prst="rect">
                <a:avLst/>
              </a:prstGeom>
              <a:solidFill>
                <a:srgbClr val="003300"/>
              </a:solidFill>
              <a:ln w="9525">
                <a:solidFill>
                  <a:schemeClr val="tx1"/>
                </a:solidFill>
                <a:miter lim="800000"/>
              </a:ln>
            </p:spPr>
            <p:txBody>
              <a:bodyPr wrap="none" anchor="ctr"/>
              <a:lstStyle/>
              <a:p>
                <a:endParaRPr lang="en-US"/>
              </a:p>
            </p:txBody>
          </p:sp>
          <p:sp>
            <p:nvSpPr>
              <p:cNvPr id="20532" name="Oval 130"/>
              <p:cNvSpPr>
                <a:spLocks noChangeArrowheads="1"/>
              </p:cNvSpPr>
              <p:nvPr/>
            </p:nvSpPr>
            <p:spPr bwMode="auto">
              <a:xfrm>
                <a:off x="4446" y="2058"/>
                <a:ext cx="288" cy="288"/>
              </a:xfrm>
              <a:prstGeom prst="ellipse">
                <a:avLst/>
              </a:prstGeom>
              <a:solidFill>
                <a:srgbClr val="680000"/>
              </a:solidFill>
              <a:ln w="9525">
                <a:round/>
              </a:ln>
              <a:scene3d>
                <a:camera prst="legacyObliqueTopRight"/>
                <a:lightRig rig="legacyFlat1" dir="t"/>
              </a:scene3d>
              <a:sp3d extrusionH="36500" prstMaterial="legacyMetal">
                <a:bevelT w="13500" h="13500" prst="angle"/>
                <a:bevelB w="13500" h="13500" prst="angle"/>
                <a:extrusionClr>
                  <a:schemeClr val="tx1"/>
                </a:extrusionClr>
              </a:sp3d>
            </p:spPr>
            <p:txBody>
              <a:bodyPr wrap="none" anchor="ctr">
                <a:flatTx/>
              </a:bodyPr>
              <a:lstStyle/>
              <a:p>
                <a:endParaRPr lang="en-US"/>
              </a:p>
            </p:txBody>
          </p:sp>
        </p:grpSp>
        <p:grpSp>
          <p:nvGrpSpPr>
            <p:cNvPr id="28" name="Group 131"/>
            <p:cNvGrpSpPr/>
            <p:nvPr/>
          </p:nvGrpSpPr>
          <p:grpSpPr bwMode="auto">
            <a:xfrm>
              <a:off x="2906" y="3588"/>
              <a:ext cx="270" cy="270"/>
              <a:chOff x="4416" y="2016"/>
              <a:chExt cx="360" cy="360"/>
            </a:xfrm>
          </p:grpSpPr>
          <p:sp>
            <p:nvSpPr>
              <p:cNvPr id="20529" name="Rectangle 132"/>
              <p:cNvSpPr>
                <a:spLocks noChangeArrowheads="1"/>
              </p:cNvSpPr>
              <p:nvPr/>
            </p:nvSpPr>
            <p:spPr bwMode="auto">
              <a:xfrm>
                <a:off x="4416" y="2016"/>
                <a:ext cx="360" cy="360"/>
              </a:xfrm>
              <a:prstGeom prst="rect">
                <a:avLst/>
              </a:prstGeom>
              <a:solidFill>
                <a:srgbClr val="003300"/>
              </a:solidFill>
              <a:ln w="9525">
                <a:solidFill>
                  <a:schemeClr val="tx1"/>
                </a:solidFill>
                <a:miter lim="800000"/>
              </a:ln>
            </p:spPr>
            <p:txBody>
              <a:bodyPr wrap="none" anchor="ctr"/>
              <a:lstStyle/>
              <a:p>
                <a:endParaRPr lang="en-US"/>
              </a:p>
            </p:txBody>
          </p:sp>
          <p:sp>
            <p:nvSpPr>
              <p:cNvPr id="20530" name="Oval 133"/>
              <p:cNvSpPr>
                <a:spLocks noChangeArrowheads="1"/>
              </p:cNvSpPr>
              <p:nvPr/>
            </p:nvSpPr>
            <p:spPr bwMode="auto">
              <a:xfrm>
                <a:off x="4446" y="2058"/>
                <a:ext cx="288" cy="288"/>
              </a:xfrm>
              <a:prstGeom prst="ellipse">
                <a:avLst/>
              </a:prstGeom>
              <a:solidFill>
                <a:srgbClr val="680000"/>
              </a:solidFill>
              <a:ln w="9525">
                <a:round/>
              </a:ln>
              <a:scene3d>
                <a:camera prst="legacyObliqueTopRight"/>
                <a:lightRig rig="legacyFlat1" dir="t"/>
              </a:scene3d>
              <a:sp3d extrusionH="36500" prstMaterial="legacyMetal">
                <a:bevelT w="13500" h="13500" prst="angle"/>
                <a:bevelB w="13500" h="13500" prst="angle"/>
                <a:extrusionClr>
                  <a:schemeClr val="tx1"/>
                </a:extrusionClr>
              </a:sp3d>
            </p:spPr>
            <p:txBody>
              <a:bodyPr wrap="none" anchor="ctr">
                <a:flatTx/>
              </a:bodyPr>
              <a:lstStyle/>
              <a:p>
                <a:endParaRPr lang="en-US"/>
              </a:p>
            </p:txBody>
          </p:sp>
        </p:grpSp>
        <p:grpSp>
          <p:nvGrpSpPr>
            <p:cNvPr id="29" name="Group 134"/>
            <p:cNvGrpSpPr/>
            <p:nvPr/>
          </p:nvGrpSpPr>
          <p:grpSpPr bwMode="auto">
            <a:xfrm>
              <a:off x="1555" y="3858"/>
              <a:ext cx="269" cy="270"/>
              <a:chOff x="4416" y="2016"/>
              <a:chExt cx="360" cy="360"/>
            </a:xfrm>
          </p:grpSpPr>
          <p:sp>
            <p:nvSpPr>
              <p:cNvPr id="20527" name="Rectangle 135"/>
              <p:cNvSpPr>
                <a:spLocks noChangeArrowheads="1"/>
              </p:cNvSpPr>
              <p:nvPr/>
            </p:nvSpPr>
            <p:spPr bwMode="auto">
              <a:xfrm>
                <a:off x="4416" y="2016"/>
                <a:ext cx="360" cy="360"/>
              </a:xfrm>
              <a:prstGeom prst="rect">
                <a:avLst/>
              </a:prstGeom>
              <a:solidFill>
                <a:srgbClr val="003300"/>
              </a:solidFill>
              <a:ln w="9525">
                <a:solidFill>
                  <a:schemeClr val="tx1"/>
                </a:solidFill>
                <a:miter lim="800000"/>
              </a:ln>
            </p:spPr>
            <p:txBody>
              <a:bodyPr wrap="none" anchor="ctr"/>
              <a:lstStyle/>
              <a:p>
                <a:endParaRPr lang="en-US"/>
              </a:p>
            </p:txBody>
          </p:sp>
          <p:sp>
            <p:nvSpPr>
              <p:cNvPr id="20528" name="Oval 136"/>
              <p:cNvSpPr>
                <a:spLocks noChangeArrowheads="1"/>
              </p:cNvSpPr>
              <p:nvPr/>
            </p:nvSpPr>
            <p:spPr bwMode="auto">
              <a:xfrm>
                <a:off x="4446" y="2058"/>
                <a:ext cx="288" cy="288"/>
              </a:xfrm>
              <a:prstGeom prst="ellipse">
                <a:avLst/>
              </a:prstGeom>
              <a:solidFill>
                <a:srgbClr val="680000"/>
              </a:solidFill>
              <a:ln w="9525">
                <a:round/>
              </a:ln>
              <a:scene3d>
                <a:camera prst="legacyObliqueTopRight"/>
                <a:lightRig rig="legacyFlat1" dir="t"/>
              </a:scene3d>
              <a:sp3d extrusionH="36500" prstMaterial="legacyMetal">
                <a:bevelT w="13500" h="13500" prst="angle"/>
                <a:bevelB w="13500" h="13500" prst="angle"/>
                <a:extrusionClr>
                  <a:schemeClr val="tx1"/>
                </a:extrusionClr>
              </a:sp3d>
            </p:spPr>
            <p:txBody>
              <a:bodyPr wrap="none" anchor="ctr">
                <a:flatTx/>
              </a:bodyPr>
              <a:lstStyle/>
              <a:p>
                <a:endParaRPr lang="en-US"/>
              </a:p>
            </p:txBody>
          </p:sp>
        </p:grpSp>
        <p:grpSp>
          <p:nvGrpSpPr>
            <p:cNvPr id="30" name="Group 137"/>
            <p:cNvGrpSpPr/>
            <p:nvPr/>
          </p:nvGrpSpPr>
          <p:grpSpPr bwMode="auto">
            <a:xfrm>
              <a:off x="3176" y="3858"/>
              <a:ext cx="269" cy="270"/>
              <a:chOff x="4416" y="2016"/>
              <a:chExt cx="360" cy="360"/>
            </a:xfrm>
          </p:grpSpPr>
          <p:sp>
            <p:nvSpPr>
              <p:cNvPr id="20525" name="Rectangle 138"/>
              <p:cNvSpPr>
                <a:spLocks noChangeArrowheads="1"/>
              </p:cNvSpPr>
              <p:nvPr/>
            </p:nvSpPr>
            <p:spPr bwMode="auto">
              <a:xfrm>
                <a:off x="4416" y="2016"/>
                <a:ext cx="360" cy="360"/>
              </a:xfrm>
              <a:prstGeom prst="rect">
                <a:avLst/>
              </a:prstGeom>
              <a:solidFill>
                <a:srgbClr val="003300"/>
              </a:solidFill>
              <a:ln w="9525">
                <a:solidFill>
                  <a:schemeClr val="tx1"/>
                </a:solidFill>
                <a:miter lim="800000"/>
              </a:ln>
            </p:spPr>
            <p:txBody>
              <a:bodyPr wrap="none" anchor="ctr"/>
              <a:lstStyle/>
              <a:p>
                <a:endParaRPr lang="en-US"/>
              </a:p>
            </p:txBody>
          </p:sp>
          <p:sp>
            <p:nvSpPr>
              <p:cNvPr id="20526" name="Oval 139"/>
              <p:cNvSpPr>
                <a:spLocks noChangeArrowheads="1"/>
              </p:cNvSpPr>
              <p:nvPr/>
            </p:nvSpPr>
            <p:spPr bwMode="auto">
              <a:xfrm>
                <a:off x="4446" y="2058"/>
                <a:ext cx="288" cy="288"/>
              </a:xfrm>
              <a:prstGeom prst="ellipse">
                <a:avLst/>
              </a:prstGeom>
              <a:solidFill>
                <a:srgbClr val="680000"/>
              </a:solidFill>
              <a:ln w="9525">
                <a:round/>
              </a:ln>
              <a:scene3d>
                <a:camera prst="legacyObliqueTopRight"/>
                <a:lightRig rig="legacyFlat1" dir="t"/>
              </a:scene3d>
              <a:sp3d extrusionH="36500" prstMaterial="legacyMetal">
                <a:bevelT w="13500" h="13500" prst="angle"/>
                <a:bevelB w="13500" h="13500" prst="angle"/>
                <a:extrusionClr>
                  <a:schemeClr val="tx1"/>
                </a:extrusionClr>
              </a:sp3d>
            </p:spPr>
            <p:txBody>
              <a:bodyPr wrap="none" anchor="ctr">
                <a:flatTx/>
              </a:bodyPr>
              <a:lstStyle/>
              <a:p>
                <a:endParaRPr lang="en-US"/>
              </a:p>
            </p:txBody>
          </p:sp>
        </p:grpSp>
        <p:grpSp>
          <p:nvGrpSpPr>
            <p:cNvPr id="31" name="Group 140"/>
            <p:cNvGrpSpPr/>
            <p:nvPr/>
          </p:nvGrpSpPr>
          <p:grpSpPr bwMode="auto">
            <a:xfrm>
              <a:off x="3445" y="3588"/>
              <a:ext cx="270" cy="270"/>
              <a:chOff x="4416" y="2016"/>
              <a:chExt cx="360" cy="360"/>
            </a:xfrm>
          </p:grpSpPr>
          <p:sp>
            <p:nvSpPr>
              <p:cNvPr id="20523" name="Rectangle 141"/>
              <p:cNvSpPr>
                <a:spLocks noChangeArrowheads="1"/>
              </p:cNvSpPr>
              <p:nvPr/>
            </p:nvSpPr>
            <p:spPr bwMode="auto">
              <a:xfrm>
                <a:off x="4416" y="2016"/>
                <a:ext cx="360" cy="360"/>
              </a:xfrm>
              <a:prstGeom prst="rect">
                <a:avLst/>
              </a:prstGeom>
              <a:solidFill>
                <a:srgbClr val="003300"/>
              </a:solidFill>
              <a:ln w="9525">
                <a:solidFill>
                  <a:schemeClr val="tx1"/>
                </a:solidFill>
                <a:miter lim="800000"/>
              </a:ln>
            </p:spPr>
            <p:txBody>
              <a:bodyPr wrap="none" anchor="ctr"/>
              <a:lstStyle/>
              <a:p>
                <a:endParaRPr lang="en-US"/>
              </a:p>
            </p:txBody>
          </p:sp>
          <p:sp>
            <p:nvSpPr>
              <p:cNvPr id="20524" name="Oval 142"/>
              <p:cNvSpPr>
                <a:spLocks noChangeArrowheads="1"/>
              </p:cNvSpPr>
              <p:nvPr/>
            </p:nvSpPr>
            <p:spPr bwMode="auto">
              <a:xfrm>
                <a:off x="4446" y="2058"/>
                <a:ext cx="288" cy="288"/>
              </a:xfrm>
              <a:prstGeom prst="ellipse">
                <a:avLst/>
              </a:prstGeom>
              <a:solidFill>
                <a:srgbClr val="680000"/>
              </a:solidFill>
              <a:ln w="9525">
                <a:round/>
              </a:ln>
              <a:scene3d>
                <a:camera prst="legacyObliqueTopRight"/>
                <a:lightRig rig="legacyFlat1" dir="t"/>
              </a:scene3d>
              <a:sp3d extrusionH="36500" prstMaterial="legacyMetal">
                <a:bevelT w="13500" h="13500" prst="angle"/>
                <a:bevelB w="13500" h="13500" prst="angle"/>
                <a:extrusionClr>
                  <a:schemeClr val="tx1"/>
                </a:extrusionClr>
              </a:sp3d>
            </p:spPr>
            <p:txBody>
              <a:bodyPr wrap="none" anchor="ctr">
                <a:flatTx/>
              </a:bodyPr>
              <a:lstStyle/>
              <a:p>
                <a:endParaRPr lang="en-US"/>
              </a:p>
            </p:txBody>
          </p:sp>
        </p:grpSp>
        <p:grpSp>
          <p:nvGrpSpPr>
            <p:cNvPr id="20629" name="Group 143"/>
            <p:cNvGrpSpPr/>
            <p:nvPr/>
          </p:nvGrpSpPr>
          <p:grpSpPr bwMode="auto">
            <a:xfrm>
              <a:off x="1555" y="3318"/>
              <a:ext cx="269" cy="270"/>
              <a:chOff x="4416" y="2016"/>
              <a:chExt cx="360" cy="360"/>
            </a:xfrm>
          </p:grpSpPr>
          <p:sp>
            <p:nvSpPr>
              <p:cNvPr id="20521" name="Rectangle 144"/>
              <p:cNvSpPr>
                <a:spLocks noChangeArrowheads="1"/>
              </p:cNvSpPr>
              <p:nvPr/>
            </p:nvSpPr>
            <p:spPr bwMode="auto">
              <a:xfrm>
                <a:off x="4416" y="2016"/>
                <a:ext cx="360" cy="360"/>
              </a:xfrm>
              <a:prstGeom prst="rect">
                <a:avLst/>
              </a:prstGeom>
              <a:solidFill>
                <a:srgbClr val="003300"/>
              </a:solidFill>
              <a:ln w="9525">
                <a:solidFill>
                  <a:schemeClr val="tx1"/>
                </a:solidFill>
                <a:miter lim="800000"/>
              </a:ln>
            </p:spPr>
            <p:txBody>
              <a:bodyPr wrap="none" anchor="ctr"/>
              <a:lstStyle/>
              <a:p>
                <a:endParaRPr lang="en-US"/>
              </a:p>
            </p:txBody>
          </p:sp>
          <p:sp>
            <p:nvSpPr>
              <p:cNvPr id="20522" name="Oval 145"/>
              <p:cNvSpPr>
                <a:spLocks noChangeArrowheads="1"/>
              </p:cNvSpPr>
              <p:nvPr/>
            </p:nvSpPr>
            <p:spPr bwMode="auto">
              <a:xfrm>
                <a:off x="4446" y="2058"/>
                <a:ext cx="288" cy="288"/>
              </a:xfrm>
              <a:prstGeom prst="ellipse">
                <a:avLst/>
              </a:prstGeom>
              <a:solidFill>
                <a:srgbClr val="680000"/>
              </a:solidFill>
              <a:ln w="9525">
                <a:round/>
              </a:ln>
              <a:scene3d>
                <a:camera prst="legacyObliqueTopRight"/>
                <a:lightRig rig="legacyFlat1" dir="t"/>
              </a:scene3d>
              <a:sp3d extrusionH="36500" prstMaterial="legacyMetal">
                <a:bevelT w="13500" h="13500" prst="angle"/>
                <a:bevelB w="13500" h="13500" prst="angle"/>
                <a:extrusionClr>
                  <a:schemeClr val="tx1"/>
                </a:extrusionClr>
              </a:sp3d>
            </p:spPr>
            <p:txBody>
              <a:bodyPr wrap="none" anchor="ctr">
                <a:flatTx/>
              </a:bodyPr>
              <a:lstStyle/>
              <a:p>
                <a:endParaRPr lang="en-US"/>
              </a:p>
            </p:txBody>
          </p:sp>
        </p:grpSp>
        <p:grpSp>
          <p:nvGrpSpPr>
            <p:cNvPr id="20630" name="Group 146"/>
            <p:cNvGrpSpPr/>
            <p:nvPr/>
          </p:nvGrpSpPr>
          <p:grpSpPr bwMode="auto">
            <a:xfrm>
              <a:off x="3176" y="3318"/>
              <a:ext cx="269" cy="270"/>
              <a:chOff x="4416" y="2016"/>
              <a:chExt cx="360" cy="360"/>
            </a:xfrm>
          </p:grpSpPr>
          <p:sp>
            <p:nvSpPr>
              <p:cNvPr id="20519" name="Rectangle 147"/>
              <p:cNvSpPr>
                <a:spLocks noChangeArrowheads="1"/>
              </p:cNvSpPr>
              <p:nvPr/>
            </p:nvSpPr>
            <p:spPr bwMode="auto">
              <a:xfrm>
                <a:off x="4416" y="2016"/>
                <a:ext cx="360" cy="360"/>
              </a:xfrm>
              <a:prstGeom prst="rect">
                <a:avLst/>
              </a:prstGeom>
              <a:solidFill>
                <a:srgbClr val="003300"/>
              </a:solidFill>
              <a:ln w="9525">
                <a:solidFill>
                  <a:schemeClr val="tx1"/>
                </a:solidFill>
                <a:miter lim="800000"/>
              </a:ln>
            </p:spPr>
            <p:txBody>
              <a:bodyPr wrap="none" anchor="ctr"/>
              <a:lstStyle/>
              <a:p>
                <a:endParaRPr lang="en-US"/>
              </a:p>
            </p:txBody>
          </p:sp>
          <p:sp>
            <p:nvSpPr>
              <p:cNvPr id="20520" name="Oval 148"/>
              <p:cNvSpPr>
                <a:spLocks noChangeArrowheads="1"/>
              </p:cNvSpPr>
              <p:nvPr/>
            </p:nvSpPr>
            <p:spPr bwMode="auto">
              <a:xfrm>
                <a:off x="4446" y="2058"/>
                <a:ext cx="288" cy="288"/>
              </a:xfrm>
              <a:prstGeom prst="ellipse">
                <a:avLst/>
              </a:prstGeom>
              <a:solidFill>
                <a:srgbClr val="680000"/>
              </a:solidFill>
              <a:ln w="9525">
                <a:round/>
              </a:ln>
              <a:scene3d>
                <a:camera prst="legacyObliqueTopRight"/>
                <a:lightRig rig="legacyFlat1" dir="t"/>
              </a:scene3d>
              <a:sp3d extrusionH="36500" prstMaterial="legacyMetal">
                <a:bevelT w="13500" h="13500" prst="angle"/>
                <a:bevelB w="13500" h="13500" prst="angle"/>
                <a:extrusionClr>
                  <a:schemeClr val="tx1"/>
                </a:extrusionClr>
              </a:sp3d>
            </p:spPr>
            <p:txBody>
              <a:bodyPr wrap="none" anchor="ctr">
                <a:flatTx/>
              </a:bodyPr>
              <a:lstStyle/>
              <a:p>
                <a:endParaRPr lang="en-US"/>
              </a:p>
            </p:txBody>
          </p:sp>
        </p:grpSp>
        <p:grpSp>
          <p:nvGrpSpPr>
            <p:cNvPr id="20631" name="Group 149"/>
            <p:cNvGrpSpPr/>
            <p:nvPr/>
          </p:nvGrpSpPr>
          <p:grpSpPr bwMode="auto">
            <a:xfrm>
              <a:off x="2637" y="3318"/>
              <a:ext cx="269" cy="270"/>
              <a:chOff x="4416" y="2016"/>
              <a:chExt cx="360" cy="360"/>
            </a:xfrm>
          </p:grpSpPr>
          <p:sp>
            <p:nvSpPr>
              <p:cNvPr id="20517" name="Rectangle 150"/>
              <p:cNvSpPr>
                <a:spLocks noChangeArrowheads="1"/>
              </p:cNvSpPr>
              <p:nvPr/>
            </p:nvSpPr>
            <p:spPr bwMode="auto">
              <a:xfrm>
                <a:off x="4416" y="2016"/>
                <a:ext cx="360" cy="360"/>
              </a:xfrm>
              <a:prstGeom prst="rect">
                <a:avLst/>
              </a:prstGeom>
              <a:solidFill>
                <a:srgbClr val="003300"/>
              </a:solidFill>
              <a:ln w="9525">
                <a:solidFill>
                  <a:schemeClr val="tx1"/>
                </a:solidFill>
                <a:miter lim="800000"/>
              </a:ln>
            </p:spPr>
            <p:txBody>
              <a:bodyPr wrap="none" anchor="ctr"/>
              <a:lstStyle/>
              <a:p>
                <a:endParaRPr lang="en-US"/>
              </a:p>
            </p:txBody>
          </p:sp>
          <p:sp>
            <p:nvSpPr>
              <p:cNvPr id="20518" name="Oval 151"/>
              <p:cNvSpPr>
                <a:spLocks noChangeArrowheads="1"/>
              </p:cNvSpPr>
              <p:nvPr/>
            </p:nvSpPr>
            <p:spPr bwMode="auto">
              <a:xfrm>
                <a:off x="4446" y="2058"/>
                <a:ext cx="288" cy="288"/>
              </a:xfrm>
              <a:prstGeom prst="ellipse">
                <a:avLst/>
              </a:prstGeom>
              <a:solidFill>
                <a:srgbClr val="680000"/>
              </a:solidFill>
              <a:ln w="9525">
                <a:round/>
              </a:ln>
              <a:scene3d>
                <a:camera prst="legacyObliqueTopRight"/>
                <a:lightRig rig="legacyFlat1" dir="t"/>
              </a:scene3d>
              <a:sp3d extrusionH="36500" prstMaterial="legacyMetal">
                <a:bevelT w="13500" h="13500" prst="angle"/>
                <a:bevelB w="13500" h="13500" prst="angle"/>
                <a:extrusionClr>
                  <a:schemeClr val="tx1"/>
                </a:extrusionClr>
              </a:sp3d>
            </p:spPr>
            <p:txBody>
              <a:bodyPr wrap="none" anchor="ctr">
                <a:flatTx/>
              </a:bodyPr>
              <a:lstStyle/>
              <a:p>
                <a:endParaRPr 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7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5763">
                                            <p:txEl>
                                              <p:pRg st="1" end="1"/>
                                            </p:txEl>
                                          </p:spTgt>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p:cNvSpPr/>
          <p:nvPr/>
        </p:nvSpPr>
        <p:spPr>
          <a:xfrm>
            <a:off x="1126063" y="2774949"/>
            <a:ext cx="6553200" cy="369332"/>
          </a:xfrm>
          <a:prstGeom prst="rect">
            <a:avLst/>
          </a:prstGeom>
        </p:spPr>
        <p:txBody>
          <a:bodyPr wrap="square">
            <a:spAutoFit/>
          </a:bodyPr>
          <a:lstStyle/>
          <a:p>
            <a:r>
              <a:rPr lang="en-US" dirty="0" smtClean="0">
                <a:solidFill>
                  <a:prstClr val="black"/>
                </a:solidFill>
              </a:rPr>
              <a:t>Classifying emails as spam or not spam. </a:t>
            </a:r>
            <a:endParaRPr lang="en-US" dirty="0" smtClean="0">
              <a:solidFill>
                <a:prstClr val="black"/>
              </a:solidFill>
            </a:endParaRPr>
          </a:p>
        </p:txBody>
      </p:sp>
      <p:sp>
        <p:nvSpPr>
          <p:cNvPr id="22" name="Rectangle 21"/>
          <p:cNvSpPr/>
          <p:nvPr/>
        </p:nvSpPr>
        <p:spPr>
          <a:xfrm>
            <a:off x="1126062" y="3232149"/>
            <a:ext cx="7789337" cy="369332"/>
          </a:xfrm>
          <a:prstGeom prst="rect">
            <a:avLst/>
          </a:prstGeom>
        </p:spPr>
        <p:txBody>
          <a:bodyPr wrap="square">
            <a:spAutoFit/>
          </a:bodyPr>
          <a:lstStyle/>
          <a:p>
            <a:r>
              <a:rPr lang="en-US" dirty="0" smtClean="0">
                <a:solidFill>
                  <a:prstClr val="black"/>
                </a:solidFill>
              </a:rPr>
              <a:t>Watching you label emails as spam or not spam. </a:t>
            </a:r>
            <a:endParaRPr lang="en-US" dirty="0" smtClean="0">
              <a:solidFill>
                <a:prstClr val="black"/>
              </a:solidFill>
            </a:endParaRPr>
          </a:p>
        </p:txBody>
      </p:sp>
      <p:sp>
        <p:nvSpPr>
          <p:cNvPr id="23" name="Rectangle 22"/>
          <p:cNvSpPr/>
          <p:nvPr/>
        </p:nvSpPr>
        <p:spPr>
          <a:xfrm>
            <a:off x="1126063" y="3689349"/>
            <a:ext cx="7620000" cy="369332"/>
          </a:xfrm>
          <a:prstGeom prst="rect">
            <a:avLst/>
          </a:prstGeom>
        </p:spPr>
        <p:txBody>
          <a:bodyPr wrap="square">
            <a:spAutoFit/>
          </a:bodyPr>
          <a:lstStyle/>
          <a:p>
            <a:r>
              <a:rPr lang="en-US" dirty="0" smtClean="0">
                <a:solidFill>
                  <a:prstClr val="black"/>
                </a:solidFill>
              </a:rPr>
              <a:t>The number (or fraction) of emails correctly classified as spam/not spam. </a:t>
            </a:r>
            <a:endParaRPr lang="en-US" dirty="0">
              <a:solidFill>
                <a:prstClr val="black"/>
              </a:solidFill>
            </a:endParaRPr>
          </a:p>
        </p:txBody>
      </p:sp>
      <p:sp>
        <p:nvSpPr>
          <p:cNvPr id="24" name="Rectangle 23"/>
          <p:cNvSpPr/>
          <p:nvPr/>
        </p:nvSpPr>
        <p:spPr>
          <a:xfrm>
            <a:off x="1126063" y="4163483"/>
            <a:ext cx="6553200" cy="369332"/>
          </a:xfrm>
          <a:prstGeom prst="rect">
            <a:avLst/>
          </a:prstGeom>
        </p:spPr>
        <p:txBody>
          <a:bodyPr wrap="square">
            <a:spAutoFit/>
          </a:bodyPr>
          <a:lstStyle/>
          <a:p>
            <a:r>
              <a:rPr lang="en-US" dirty="0" smtClean="0">
                <a:solidFill>
                  <a:prstClr val="black"/>
                </a:solidFill>
              </a:rPr>
              <a:t>None of the above—this is not a machine learning problem.</a:t>
            </a:r>
            <a:endParaRPr lang="en-US" dirty="0" smtClean="0">
              <a:solidFill>
                <a:prstClr val="black"/>
              </a:solidFill>
            </a:endParaRPr>
          </a:p>
        </p:txBody>
      </p:sp>
      <p:sp>
        <p:nvSpPr>
          <p:cNvPr id="6" name="TextBox 5"/>
          <p:cNvSpPr txBox="1"/>
          <p:nvPr/>
        </p:nvSpPr>
        <p:spPr>
          <a:xfrm>
            <a:off x="228600" y="1200150"/>
            <a:ext cx="8365063" cy="1569660"/>
          </a:xfrm>
          <a:prstGeom prst="rect">
            <a:avLst/>
          </a:prstGeom>
          <a:noFill/>
        </p:spPr>
        <p:txBody>
          <a:bodyPr wrap="square" rtlCol="0">
            <a:spAutoFit/>
          </a:bodyPr>
          <a:lstStyle/>
          <a:p>
            <a:r>
              <a:rPr lang="en-US" sz="2400" dirty="0" smtClean="0"/>
              <a:t>Suppose your email program watches which emails you do or do not mark as spam, and based on that learns how to better filter spam.  What is the task T in this setting? </a:t>
            </a:r>
            <a:endParaRPr lang="en-US" sz="2400" dirty="0" smtClean="0"/>
          </a:p>
          <a:p>
            <a:endParaRPr lang="en-US" sz="2400" dirty="0">
              <a:solidFill>
                <a:prstClr val="black"/>
              </a:solidFill>
            </a:endParaRPr>
          </a:p>
        </p:txBody>
      </p:sp>
      <p:sp>
        <p:nvSpPr>
          <p:cNvPr id="8" name="TextBox 7"/>
          <p:cNvSpPr txBox="1"/>
          <p:nvPr/>
        </p:nvSpPr>
        <p:spPr>
          <a:xfrm>
            <a:off x="685800" y="209550"/>
            <a:ext cx="7696200" cy="1015663"/>
          </a:xfrm>
          <a:prstGeom prst="rect">
            <a:avLst/>
          </a:prstGeom>
          <a:noFill/>
        </p:spPr>
        <p:txBody>
          <a:bodyPr wrap="square" rtlCol="0">
            <a:spAutoFit/>
          </a:bodyPr>
          <a:lstStyle/>
          <a:p>
            <a:r>
              <a:rPr lang="en-US" sz="2000" dirty="0" smtClean="0">
                <a:solidFill>
                  <a:schemeClr val="accent1"/>
                </a:solidFill>
              </a:rPr>
              <a:t>“A computer program is said to </a:t>
            </a:r>
            <a:r>
              <a:rPr lang="en-US" sz="2000" i="1" dirty="0" smtClean="0">
                <a:solidFill>
                  <a:schemeClr val="accent1"/>
                </a:solidFill>
              </a:rPr>
              <a:t>learn</a:t>
            </a:r>
            <a:r>
              <a:rPr lang="en-US" sz="2000" dirty="0" smtClean="0">
                <a:solidFill>
                  <a:schemeClr val="accent1"/>
                </a:solidFill>
              </a:rPr>
              <a:t> from experience E with respect to some task T and some performance measure P, if its performance on T, as measured by P, improves with experience E.”</a:t>
            </a:r>
            <a:endParaRPr lang="en-US" sz="2000" dirty="0" smtClean="0">
              <a:solidFill>
                <a:schemeClr val="accent1"/>
              </a:solidFill>
            </a:endParaRPr>
          </a:p>
        </p:txBody>
      </p:sp>
      <p:grpSp>
        <p:nvGrpSpPr>
          <p:cNvPr id="11" name="Group 10"/>
          <p:cNvGrpSpPr/>
          <p:nvPr/>
        </p:nvGrpSpPr>
        <p:grpSpPr>
          <a:xfrm>
            <a:off x="914400" y="590550"/>
            <a:ext cx="6621632" cy="4191000"/>
            <a:chOff x="914400" y="590550"/>
            <a:chExt cx="6621632" cy="4191000"/>
          </a:xfrm>
        </p:grpSpPr>
        <p:pic>
          <p:nvPicPr>
            <p:cNvPr id="3074" name="Picture 2" descr="C:\Users\ang\Desktop\Noname.png"/>
            <p:cNvPicPr>
              <a:picLocks noChangeAspect="1" noChangeArrowheads="1"/>
            </p:cNvPicPr>
            <p:nvPr/>
          </p:nvPicPr>
          <p:blipFill>
            <a:blip r:embed="rId1" cstate="print"/>
            <a:srcRect/>
            <a:stretch>
              <a:fillRect/>
            </a:stretch>
          </p:blipFill>
          <p:spPr bwMode="auto">
            <a:xfrm>
              <a:off x="914400" y="590550"/>
              <a:ext cx="6621632" cy="4191000"/>
            </a:xfrm>
            <a:prstGeom prst="rect">
              <a:avLst/>
            </a:prstGeom>
            <a:noFill/>
          </p:spPr>
        </p:pic>
        <p:sp>
          <p:nvSpPr>
            <p:cNvPr id="10" name="Rectangle 9"/>
            <p:cNvSpPr/>
            <p:nvPr/>
          </p:nvSpPr>
          <p:spPr>
            <a:xfrm>
              <a:off x="2743200" y="3181350"/>
              <a:ext cx="3048000" cy="1295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p14="http://schemas.microsoft.com/office/powerpoint/2010/main">
        <mc:Choice Requires="p14">
          <p:contentPart r:id="rId2" p14:bwMode="auto">
            <p14:nvContentPartPr>
              <p14:cNvPr id="2" name="Ink 1"/>
              <p14:cNvContentPartPr/>
              <p14:nvPr/>
            </p14:nvContentPartPr>
            <p14:xfrm>
              <a:off x="328320" y="572040"/>
              <a:ext cx="8104680" cy="4049640"/>
            </p14:xfrm>
          </p:contentPart>
        </mc:Choice>
        <mc:Fallback xmlns="">
          <p:pic>
            <p:nvPicPr>
              <p:cNvPr id="2" name="Ink 1"/>
            </p:nvPicPr>
            <p:blipFill>
              <a:blip r:embed="rId3"/>
            </p:blipFill>
            <p:spPr>
              <a:xfrm>
                <a:off x="328320" y="572040"/>
                <a:ext cx="8104680" cy="404964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14350"/>
            <a:ext cx="8229600" cy="3394472"/>
          </a:xfrm>
        </p:spPr>
        <p:txBody>
          <a:bodyPr>
            <a:noAutofit/>
          </a:bodyPr>
          <a:lstStyle/>
          <a:p>
            <a:pPr>
              <a:buNone/>
            </a:pPr>
            <a:r>
              <a:rPr lang="en-US" dirty="0" smtClean="0"/>
              <a:t>Machine learning algorithms:</a:t>
            </a:r>
            <a:endParaRPr lang="en-US" dirty="0" smtClean="0"/>
          </a:p>
          <a:p>
            <a:pPr>
              <a:buFontTx/>
              <a:buChar char="-"/>
            </a:pPr>
            <a:r>
              <a:rPr lang="en-US" dirty="0" smtClean="0"/>
              <a:t>Supervised learning</a:t>
            </a:r>
            <a:endParaRPr lang="en-US" dirty="0" smtClean="0"/>
          </a:p>
          <a:p>
            <a:pPr>
              <a:buFontTx/>
              <a:buChar char="-"/>
            </a:pPr>
            <a:r>
              <a:rPr lang="en-US" dirty="0" smtClean="0"/>
              <a:t>Unsupervised learning</a:t>
            </a:r>
            <a:endParaRPr lang="en-US" dirty="0" smtClean="0"/>
          </a:p>
          <a:p>
            <a:pPr>
              <a:buFontTx/>
              <a:buChar char="-"/>
            </a:pPr>
            <a:endParaRPr lang="en-US" sz="1200" dirty="0" smtClean="0"/>
          </a:p>
          <a:p>
            <a:pPr>
              <a:buNone/>
            </a:pPr>
            <a:r>
              <a:rPr lang="en-US" dirty="0" smtClean="0"/>
              <a:t>Others: Reinforcement learning, recommender systems. </a:t>
            </a:r>
            <a:endParaRPr lang="en-US" dirty="0" smtClean="0"/>
          </a:p>
          <a:p>
            <a:pPr>
              <a:buNone/>
            </a:pPr>
            <a:endParaRPr lang="en-US" sz="1400" dirty="0" smtClean="0"/>
          </a:p>
          <a:p>
            <a:pPr>
              <a:buNone/>
            </a:pPr>
            <a:r>
              <a:rPr lang="en-US" dirty="0" smtClean="0"/>
              <a:t>Also talk about: Practical advice for applying learning algorithms. </a:t>
            </a:r>
            <a:endParaRPr lang="en-US" dirty="0" smtClean="0"/>
          </a:p>
        </p:txBody>
      </p:sp>
      <mc:AlternateContent xmlns:mc="http://schemas.openxmlformats.org/markup-compatibility/2006" xmlns:p14="http://schemas.microsoft.com/office/powerpoint/2010/main">
        <mc:Choice Requires="p14">
          <p:contentPart r:id="rId1" p14:bwMode="auto">
            <p14:nvContentPartPr>
              <p14:cNvPr id="2" name="Ink 1"/>
              <p14:cNvContentPartPr/>
              <p14:nvPr/>
            </p14:nvContentPartPr>
            <p14:xfrm>
              <a:off x="921600" y="1166040"/>
              <a:ext cx="7440120" cy="3591360"/>
            </p14:xfrm>
          </p:contentPart>
        </mc:Choice>
        <mc:Fallback xmlns="">
          <p:pic>
            <p:nvPicPr>
              <p:cNvPr id="2" name="Ink 1"/>
            </p:nvPicPr>
            <p:blipFill>
              <a:blip r:embed="rId2"/>
            </p:blipFill>
            <p:spPr>
              <a:xfrm>
                <a:off x="921600" y="1166040"/>
                <a:ext cx="7440120" cy="3591360"/>
              </a:xfrm>
              <a:prstGeom prst="rect"/>
            </p:spPr>
          </p:pic>
        </mc:Fallback>
      </mc:AlternateContent>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4148665" y="931328"/>
            <a:ext cx="4953000" cy="142875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5400" dirty="0" smtClean="0">
                <a:solidFill>
                  <a:schemeClr val="tx1">
                    <a:lumMod val="75000"/>
                    <a:lumOff val="25000"/>
                  </a:schemeClr>
                </a:solidFill>
              </a:rPr>
              <a:t>Introduction</a:t>
            </a:r>
            <a:endParaRPr lang="en-US" dirty="0">
              <a:solidFill>
                <a:schemeClr val="tx1">
                  <a:lumMod val="75000"/>
                  <a:lumOff val="25000"/>
                </a:schemeClr>
              </a:solidFill>
            </a:endParaRPr>
          </a:p>
        </p:txBody>
      </p:sp>
      <p:cxnSp>
        <p:nvCxnSpPr>
          <p:cNvPr id="6" name="Straight Connector 5"/>
          <p:cNvCxnSpPr/>
          <p:nvPr/>
        </p:nvCxnSpPr>
        <p:spPr>
          <a:xfrm>
            <a:off x="4224865" y="2150528"/>
            <a:ext cx="4297680" cy="0"/>
          </a:xfrm>
          <a:prstGeom prst="line">
            <a:avLst/>
          </a:prstGeom>
        </p:spPr>
        <p:style>
          <a:lnRef idx="2">
            <a:schemeClr val="accent1"/>
          </a:lnRef>
          <a:fillRef idx="0">
            <a:schemeClr val="accent1"/>
          </a:fillRef>
          <a:effectRef idx="1">
            <a:schemeClr val="accent1"/>
          </a:effectRef>
          <a:fontRef idx="minor">
            <a:schemeClr val="tx1"/>
          </a:fontRef>
        </p:style>
      </p:cxnSp>
      <p:sp>
        <p:nvSpPr>
          <p:cNvPr id="14" name="Title 1"/>
          <p:cNvSpPr>
            <a:spLocks noGrp="1"/>
          </p:cNvSpPr>
          <p:nvPr>
            <p:ph type="ctrTitle"/>
          </p:nvPr>
        </p:nvSpPr>
        <p:spPr>
          <a:xfrm>
            <a:off x="4191000" y="2317761"/>
            <a:ext cx="5105400" cy="1625589"/>
          </a:xfrm>
        </p:spPr>
        <p:txBody>
          <a:bodyPr>
            <a:noAutofit/>
          </a:bodyPr>
          <a:lstStyle/>
          <a:p>
            <a:pPr algn="l"/>
            <a:r>
              <a:rPr lang="en-US" sz="6000" dirty="0" smtClean="0">
                <a:solidFill>
                  <a:schemeClr val="tx1">
                    <a:lumMod val="75000"/>
                    <a:lumOff val="25000"/>
                  </a:schemeClr>
                </a:solidFill>
              </a:rPr>
              <a:t>Supervised Learning</a:t>
            </a:r>
            <a:endParaRPr lang="en-US" sz="6000" dirty="0">
              <a:solidFill>
                <a:schemeClr val="tx1">
                  <a:lumMod val="75000"/>
                  <a:lumOff val="25000"/>
                </a:schemeClr>
              </a:solidFill>
            </a:endParaRPr>
          </a:p>
        </p:txBody>
      </p:sp>
      <p:pic>
        <p:nvPicPr>
          <p:cNvPr id="2" name="Picture 2" descr="C:\Users\ang\Desktop\iStock_000012344803Large.jpg"/>
          <p:cNvPicPr>
            <a:picLocks noChangeAspect="1" noChangeArrowheads="1"/>
          </p:cNvPicPr>
          <p:nvPr/>
        </p:nvPicPr>
        <p:blipFill>
          <a:blip r:embed="rId1" cstate="print"/>
          <a:srcRect b="7246"/>
          <a:stretch>
            <a:fillRect/>
          </a:stretch>
        </p:blipFill>
        <p:spPr bwMode="auto">
          <a:xfrm>
            <a:off x="685800" y="361950"/>
            <a:ext cx="3200400" cy="3657600"/>
          </a:xfrm>
          <a:prstGeom prst="rect">
            <a:avLst/>
          </a:prstGeom>
          <a:noFill/>
        </p:spPr>
      </p:pic>
      <p:sp>
        <p:nvSpPr>
          <p:cNvPr id="7" name="Title 1"/>
          <p:cNvSpPr txBox="1"/>
          <p:nvPr/>
        </p:nvSpPr>
        <p:spPr>
          <a:xfrm>
            <a:off x="838200" y="3867150"/>
            <a:ext cx="2895600" cy="838200"/>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2400" b="0" i="0" u="none" strike="noStrike" kern="1200" cap="none" spc="0" normalizeH="0" baseline="0" noProof="0" dirty="0" smtClean="0">
                <a:ln>
                  <a:noFill/>
                </a:ln>
                <a:solidFill>
                  <a:schemeClr val="tx1">
                    <a:lumMod val="75000"/>
                    <a:lumOff val="25000"/>
                  </a:schemeClr>
                </a:solidFill>
                <a:effectLst/>
                <a:uLnTx/>
                <a:uFillTx/>
                <a:latin typeface="+mj-lt"/>
                <a:ea typeface="+mj-ea"/>
                <a:cs typeface="+mj-cs"/>
              </a:rPr>
              <a:t>Machine Learning</a:t>
            </a:r>
            <a:endParaRPr kumimoji="0" lang="en-US" sz="2400" b="0" i="0" u="none" strike="noStrike" kern="1200" cap="none" spc="0" normalizeH="0" baseline="0" noProof="0" dirty="0">
              <a:ln>
                <a:noFill/>
              </a:ln>
              <a:solidFill>
                <a:schemeClr val="tx1">
                  <a:lumMod val="75000"/>
                  <a:lumOff val="25000"/>
                </a:schemeClr>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p:cNvGraphicFramePr/>
          <p:nvPr/>
        </p:nvGraphicFramePr>
        <p:xfrm>
          <a:off x="1673008" y="742950"/>
          <a:ext cx="5541170" cy="2621504"/>
        </p:xfrm>
        <a:graphic>
          <a:graphicData uri="http://schemas.openxmlformats.org/drawingml/2006/chart">
            <c:chart xmlns:c="http://schemas.openxmlformats.org/drawingml/2006/chart" xmlns:r="http://schemas.openxmlformats.org/officeDocument/2006/relationships" r:id="rId1"/>
          </a:graphicData>
        </a:graphic>
      </p:graphicFrame>
      <p:sp>
        <p:nvSpPr>
          <p:cNvPr id="7" name="Content Placeholder 2"/>
          <p:cNvSpPr txBox="1"/>
          <p:nvPr/>
        </p:nvSpPr>
        <p:spPr>
          <a:xfrm>
            <a:off x="381000" y="285750"/>
            <a:ext cx="8229600" cy="914400"/>
          </a:xfrm>
          <a:prstGeom prst="rect">
            <a:avLst/>
          </a:prstGeom>
        </p:spPr>
        <p:txBody>
          <a:bodyPr/>
          <a:lst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a:lstStyle>
          <a:p>
            <a:pPr>
              <a:buFont typeface="Arial" panose="020B0604020202090204" pitchFamily="34" charset="0"/>
              <a:buNone/>
            </a:pPr>
            <a:r>
              <a:rPr lang="en-US" sz="2800" dirty="0" smtClean="0"/>
              <a:t>Housing price prediction. </a:t>
            </a:r>
            <a:endParaRPr lang="en-US" sz="2800" dirty="0"/>
          </a:p>
        </p:txBody>
      </p:sp>
      <p:sp>
        <p:nvSpPr>
          <p:cNvPr id="8" name="TextBox 7"/>
          <p:cNvSpPr txBox="1"/>
          <p:nvPr/>
        </p:nvSpPr>
        <p:spPr>
          <a:xfrm>
            <a:off x="838200" y="1571004"/>
            <a:ext cx="1013740" cy="646331"/>
          </a:xfrm>
          <a:prstGeom prst="rect">
            <a:avLst/>
          </a:prstGeom>
          <a:noFill/>
        </p:spPr>
        <p:txBody>
          <a:bodyPr vert="horz" wrap="none" rtlCol="0">
            <a:spAutoFit/>
          </a:bodyPr>
          <a:lstStyle/>
          <a:p>
            <a:pPr algn="ctr"/>
            <a:r>
              <a:rPr lang="en-US" dirty="0" smtClean="0"/>
              <a:t>Price ($) </a:t>
            </a:r>
            <a:endParaRPr lang="en-US" dirty="0" smtClean="0"/>
          </a:p>
          <a:p>
            <a:pPr algn="ctr"/>
            <a:r>
              <a:rPr lang="en-US" dirty="0" smtClean="0"/>
              <a:t>in 1000’s</a:t>
            </a:r>
            <a:endParaRPr lang="en-US" dirty="0"/>
          </a:p>
        </p:txBody>
      </p:sp>
      <p:sp>
        <p:nvSpPr>
          <p:cNvPr id="9" name="TextBox 8"/>
          <p:cNvSpPr txBox="1"/>
          <p:nvPr/>
        </p:nvSpPr>
        <p:spPr>
          <a:xfrm>
            <a:off x="4043452" y="3341028"/>
            <a:ext cx="1328249" cy="369332"/>
          </a:xfrm>
          <a:prstGeom prst="rect">
            <a:avLst/>
          </a:prstGeom>
          <a:noFill/>
        </p:spPr>
        <p:txBody>
          <a:bodyPr vert="horz" wrap="none" rtlCol="0">
            <a:spAutoFit/>
          </a:bodyPr>
          <a:lstStyle/>
          <a:p>
            <a:pPr algn="ctr"/>
            <a:r>
              <a:rPr lang="en-US" dirty="0" smtClean="0"/>
              <a:t>Size in feet</a:t>
            </a:r>
            <a:r>
              <a:rPr lang="en-US" baseline="30000" dirty="0" smtClean="0"/>
              <a:t>2</a:t>
            </a:r>
            <a:r>
              <a:rPr lang="en-US" dirty="0" smtClean="0"/>
              <a:t> </a:t>
            </a:r>
            <a:endParaRPr lang="en-US" dirty="0"/>
          </a:p>
        </p:txBody>
      </p:sp>
      <p:sp>
        <p:nvSpPr>
          <p:cNvPr id="10" name="Content Placeholder 2"/>
          <p:cNvSpPr txBox="1"/>
          <p:nvPr/>
        </p:nvSpPr>
        <p:spPr>
          <a:xfrm>
            <a:off x="4800600" y="3934196"/>
            <a:ext cx="4114800" cy="914400"/>
          </a:xfrm>
          <a:prstGeom prst="rect">
            <a:avLst/>
          </a:prstGeom>
        </p:spPr>
        <p:txBody>
          <a:bodyPr/>
          <a:lst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a:lstStyle>
          <a:p>
            <a:pPr>
              <a:buFont typeface="Arial" panose="020B0604020202090204" pitchFamily="34" charset="0"/>
              <a:buNone/>
            </a:pPr>
            <a:r>
              <a:rPr lang="en-US" sz="2400" u="sng" dirty="0" smtClean="0"/>
              <a:t>Regression:</a:t>
            </a:r>
            <a:r>
              <a:rPr lang="en-US" sz="2400" dirty="0" smtClean="0"/>
              <a:t> Predict continuous valued output (price)</a:t>
            </a:r>
            <a:endParaRPr lang="en-US" sz="2400" dirty="0"/>
          </a:p>
        </p:txBody>
      </p:sp>
      <p:sp>
        <p:nvSpPr>
          <p:cNvPr id="11" name="Content Placeholder 2"/>
          <p:cNvSpPr txBox="1"/>
          <p:nvPr/>
        </p:nvSpPr>
        <p:spPr>
          <a:xfrm>
            <a:off x="381000" y="3934196"/>
            <a:ext cx="4114800" cy="914400"/>
          </a:xfrm>
          <a:prstGeom prst="rect">
            <a:avLst/>
          </a:prstGeom>
        </p:spPr>
        <p:txBody>
          <a:bodyPr/>
          <a:lst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a:lstStyle>
          <a:p>
            <a:pPr>
              <a:buFont typeface="Arial" panose="020B0604020202090204" pitchFamily="34" charset="0"/>
              <a:buNone/>
            </a:pPr>
            <a:r>
              <a:rPr lang="en-US" sz="2400" u="sng" dirty="0" smtClean="0"/>
              <a:t>Supervised Learning</a:t>
            </a:r>
            <a:endParaRPr lang="en-US" sz="2400" u="sng" dirty="0" smtClean="0"/>
          </a:p>
          <a:p>
            <a:pPr>
              <a:buFont typeface="Arial" panose="020B0604020202090204" pitchFamily="34" charset="0"/>
              <a:buNone/>
            </a:pPr>
            <a:r>
              <a:rPr lang="en-US" sz="2400" dirty="0" smtClean="0"/>
              <a:t>“right answers” given</a:t>
            </a:r>
            <a:endParaRPr lang="en-US" sz="2400" dirty="0"/>
          </a:p>
        </p:txBody>
      </p:sp>
      <p:cxnSp>
        <p:nvCxnSpPr>
          <p:cNvPr id="13" name="Straight Connector 12"/>
          <p:cNvCxnSpPr/>
          <p:nvPr/>
        </p:nvCxnSpPr>
        <p:spPr>
          <a:xfrm>
            <a:off x="4495800" y="4019550"/>
            <a:ext cx="0" cy="10668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r:id="rId2" p14:bwMode="auto">
            <p14:nvContentPartPr>
              <p14:cNvPr id="3" name="Ink 2"/>
              <p14:cNvContentPartPr/>
              <p14:nvPr/>
            </p14:nvContentPartPr>
            <p14:xfrm>
              <a:off x="442440" y="972720"/>
              <a:ext cx="8247960" cy="3877560"/>
            </p14:xfrm>
          </p:contentPart>
        </mc:Choice>
        <mc:Fallback xmlns="">
          <p:pic>
            <p:nvPicPr>
              <p:cNvPr id="3" name="Ink 2"/>
            </p:nvPicPr>
            <p:blipFill>
              <a:blip r:embed="rId3"/>
            </p:blipFill>
            <p:spPr>
              <a:xfrm>
                <a:off x="442440" y="972720"/>
                <a:ext cx="8247960" cy="387756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p:nvPr/>
        </p:nvSpPr>
        <p:spPr>
          <a:xfrm>
            <a:off x="457200" y="438150"/>
            <a:ext cx="8229600" cy="3394472"/>
          </a:xfrm>
          <a:prstGeom prst="rect">
            <a:avLst/>
          </a:prstGeom>
        </p:spPr>
        <p:txBody>
          <a:bodyPr/>
          <a:lst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a:lstStyle>
          <a:p>
            <a:pPr>
              <a:buFont typeface="Arial" panose="020B0604020202090204" pitchFamily="34" charset="0"/>
              <a:buNone/>
            </a:pPr>
            <a:r>
              <a:rPr lang="en-US" smtClean="0"/>
              <a:t>Breast cancer (malignant, benign)</a:t>
            </a:r>
            <a:endParaRPr lang="en-US" dirty="0"/>
          </a:p>
        </p:txBody>
      </p:sp>
      <p:sp>
        <p:nvSpPr>
          <p:cNvPr id="5" name="Content Placeholder 2"/>
          <p:cNvSpPr txBox="1"/>
          <p:nvPr/>
        </p:nvSpPr>
        <p:spPr>
          <a:xfrm>
            <a:off x="6858000" y="1167245"/>
            <a:ext cx="2148444" cy="2438400"/>
          </a:xfrm>
          <a:prstGeom prst="rect">
            <a:avLst/>
          </a:prstGeom>
        </p:spPr>
        <p:txBody>
          <a:bodyPr/>
          <a:lst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a:lstStyle>
          <a:p>
            <a:pPr marL="0" indent="0">
              <a:buFont typeface="Arial" panose="020B0604020202090204" pitchFamily="34" charset="0"/>
              <a:buNone/>
            </a:pPr>
            <a:r>
              <a:rPr lang="en-US" sz="2400" u="sng" dirty="0" smtClean="0"/>
              <a:t>Classification</a:t>
            </a:r>
            <a:endParaRPr lang="en-US" sz="2400" u="sng" dirty="0" smtClean="0"/>
          </a:p>
          <a:p>
            <a:pPr marL="0" indent="0">
              <a:buFont typeface="Arial" panose="020B0604020202090204" pitchFamily="34" charset="0"/>
              <a:buNone/>
            </a:pPr>
            <a:r>
              <a:rPr lang="en-US" sz="2400" dirty="0" smtClean="0"/>
              <a:t>Discrete valued output (0 or 1)</a:t>
            </a:r>
            <a:endParaRPr lang="en-US" sz="2400" dirty="0"/>
          </a:p>
        </p:txBody>
      </p:sp>
      <p:cxnSp>
        <p:nvCxnSpPr>
          <p:cNvPr id="6" name="Straight Connector 5"/>
          <p:cNvCxnSpPr/>
          <p:nvPr/>
        </p:nvCxnSpPr>
        <p:spPr>
          <a:xfrm>
            <a:off x="6781800" y="1252599"/>
            <a:ext cx="0" cy="23530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a:off x="1745673" y="1056904"/>
            <a:ext cx="1" cy="1972046"/>
          </a:xfrm>
          <a:prstGeom prst="straightConnector1">
            <a:avLst/>
          </a:prstGeom>
          <a:ln w="38100">
            <a:solidFill>
              <a:schemeClr val="bg1">
                <a:lumMod val="50000"/>
              </a:schemeClr>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a:off x="1607376" y="2571750"/>
            <a:ext cx="4945824" cy="0"/>
          </a:xfrm>
          <a:prstGeom prst="straightConnector1">
            <a:avLst/>
          </a:prstGeom>
          <a:ln w="38100">
            <a:solidFill>
              <a:schemeClr val="bg1">
                <a:lumMod val="50000"/>
              </a:schemeClr>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600200" y="1581150"/>
            <a:ext cx="266700"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H="1">
            <a:off x="1604902" y="3943350"/>
            <a:ext cx="4948298" cy="0"/>
          </a:xfrm>
          <a:prstGeom prst="straightConnector1">
            <a:avLst/>
          </a:prstGeom>
          <a:ln w="38100">
            <a:solidFill>
              <a:schemeClr val="bg1">
                <a:lumMod val="50000"/>
              </a:schemeClr>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147306" y="1902393"/>
            <a:ext cx="1243738" cy="369332"/>
          </a:xfrm>
          <a:prstGeom prst="rect">
            <a:avLst/>
          </a:prstGeom>
          <a:noFill/>
        </p:spPr>
        <p:txBody>
          <a:bodyPr vert="horz" wrap="none" rtlCol="0">
            <a:spAutoFit/>
          </a:bodyPr>
          <a:lstStyle/>
          <a:p>
            <a:pPr algn="ctr"/>
            <a:r>
              <a:rPr lang="en-US" dirty="0" smtClean="0"/>
              <a:t>Malignant?</a:t>
            </a:r>
            <a:endParaRPr lang="en-US" dirty="0"/>
          </a:p>
        </p:txBody>
      </p:sp>
      <p:sp>
        <p:nvSpPr>
          <p:cNvPr id="31" name="TextBox 30"/>
          <p:cNvSpPr txBox="1"/>
          <p:nvPr/>
        </p:nvSpPr>
        <p:spPr>
          <a:xfrm>
            <a:off x="1163118" y="1416875"/>
            <a:ext cx="513282" cy="338554"/>
          </a:xfrm>
          <a:prstGeom prst="rect">
            <a:avLst/>
          </a:prstGeom>
          <a:noFill/>
        </p:spPr>
        <p:txBody>
          <a:bodyPr vert="horz" wrap="none" rtlCol="0">
            <a:spAutoFit/>
          </a:bodyPr>
          <a:lstStyle/>
          <a:p>
            <a:pPr algn="ctr"/>
            <a:r>
              <a:rPr lang="en-US" sz="1600" dirty="0" smtClean="0"/>
              <a:t>1(Y)</a:t>
            </a:r>
            <a:endParaRPr lang="en-US" sz="1600" dirty="0"/>
          </a:p>
        </p:txBody>
      </p:sp>
      <p:sp>
        <p:nvSpPr>
          <p:cNvPr id="32" name="TextBox 31"/>
          <p:cNvSpPr txBox="1"/>
          <p:nvPr/>
        </p:nvSpPr>
        <p:spPr>
          <a:xfrm>
            <a:off x="1146287" y="2409346"/>
            <a:ext cx="546945" cy="338554"/>
          </a:xfrm>
          <a:prstGeom prst="rect">
            <a:avLst/>
          </a:prstGeom>
          <a:noFill/>
        </p:spPr>
        <p:txBody>
          <a:bodyPr vert="horz" wrap="none" rtlCol="0">
            <a:spAutoFit/>
          </a:bodyPr>
          <a:lstStyle/>
          <a:p>
            <a:pPr algn="ctr"/>
            <a:r>
              <a:rPr lang="en-US" sz="1600" dirty="0" smtClean="0"/>
              <a:t>0(N)</a:t>
            </a:r>
            <a:endParaRPr lang="en-US" sz="1600" dirty="0"/>
          </a:p>
        </p:txBody>
      </p:sp>
      <p:sp>
        <p:nvSpPr>
          <p:cNvPr id="33" name="TextBox 32"/>
          <p:cNvSpPr txBox="1"/>
          <p:nvPr/>
        </p:nvSpPr>
        <p:spPr>
          <a:xfrm>
            <a:off x="3581400" y="2735818"/>
            <a:ext cx="1203920" cy="369332"/>
          </a:xfrm>
          <a:prstGeom prst="rect">
            <a:avLst/>
          </a:prstGeom>
          <a:noFill/>
        </p:spPr>
        <p:txBody>
          <a:bodyPr vert="horz" wrap="none" rtlCol="0">
            <a:spAutoFit/>
          </a:bodyPr>
          <a:lstStyle/>
          <a:p>
            <a:pPr algn="ctr"/>
            <a:r>
              <a:rPr lang="en-US" dirty="0" smtClean="0"/>
              <a:t>Tumor Size</a:t>
            </a:r>
            <a:endParaRPr lang="en-US" dirty="0"/>
          </a:p>
        </p:txBody>
      </p:sp>
      <p:sp>
        <p:nvSpPr>
          <p:cNvPr id="37" name="TextBox 36"/>
          <p:cNvSpPr txBox="1"/>
          <p:nvPr/>
        </p:nvSpPr>
        <p:spPr>
          <a:xfrm>
            <a:off x="3581400" y="4107418"/>
            <a:ext cx="1203920" cy="369332"/>
          </a:xfrm>
          <a:prstGeom prst="rect">
            <a:avLst/>
          </a:prstGeom>
          <a:noFill/>
        </p:spPr>
        <p:txBody>
          <a:bodyPr vert="horz" wrap="none" rtlCol="0">
            <a:spAutoFit/>
          </a:bodyPr>
          <a:lstStyle/>
          <a:p>
            <a:pPr algn="ctr"/>
            <a:r>
              <a:rPr lang="en-US" dirty="0" smtClean="0"/>
              <a:t>Tumor Size</a:t>
            </a:r>
            <a:endParaRPr lang="en-US" dirty="0"/>
          </a:p>
        </p:txBody>
      </p:sp>
      <mc:AlternateContent xmlns:mc="http://schemas.openxmlformats.org/markup-compatibility/2006" xmlns:p14="http://schemas.microsoft.com/office/powerpoint/2010/main">
        <mc:Choice Requires="p14">
          <p:contentPart r:id="rId1" p14:bwMode="auto">
            <p14:nvContentPartPr>
              <p14:cNvPr id="2" name="Ink 1"/>
              <p14:cNvContentPartPr/>
              <p14:nvPr/>
            </p14:nvContentPartPr>
            <p14:xfrm>
              <a:off x="228240" y="1187280"/>
              <a:ext cx="8647920" cy="3333960"/>
            </p14:xfrm>
          </p:contentPart>
        </mc:Choice>
        <mc:Fallback xmlns="">
          <p:pic>
            <p:nvPicPr>
              <p:cNvPr id="2" name="Ink 1"/>
            </p:nvPicPr>
            <p:blipFill>
              <a:blip r:embed="rId2"/>
            </p:blipFill>
            <p:spPr>
              <a:xfrm>
                <a:off x="228240" y="1187280"/>
                <a:ext cx="8647920" cy="333396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Arrow Connector 1"/>
          <p:cNvCxnSpPr/>
          <p:nvPr/>
        </p:nvCxnSpPr>
        <p:spPr>
          <a:xfrm flipV="1">
            <a:off x="1125473" y="1123950"/>
            <a:ext cx="0" cy="2725534"/>
          </a:xfrm>
          <a:prstGeom prst="straightConnector1">
            <a:avLst/>
          </a:prstGeom>
          <a:ln w="3810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 name="Straight Arrow Connector 2"/>
          <p:cNvCxnSpPr/>
          <p:nvPr/>
        </p:nvCxnSpPr>
        <p:spPr>
          <a:xfrm>
            <a:off x="961095" y="3697084"/>
            <a:ext cx="3598285" cy="0"/>
          </a:xfrm>
          <a:prstGeom prst="straightConnector1">
            <a:avLst/>
          </a:prstGeom>
          <a:ln w="3810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2101659" y="3934572"/>
            <a:ext cx="1317155" cy="400110"/>
          </a:xfrm>
          <a:prstGeom prst="rect">
            <a:avLst/>
          </a:prstGeom>
          <a:noFill/>
        </p:spPr>
        <p:txBody>
          <a:bodyPr wrap="none" rtlCol="0">
            <a:spAutoFit/>
          </a:bodyPr>
          <a:lstStyle/>
          <a:p>
            <a:r>
              <a:rPr lang="en-US" sz="2000" dirty="0" smtClean="0"/>
              <a:t>Tumor Size</a:t>
            </a:r>
            <a:endParaRPr lang="en-US" sz="2000" baseline="-25000" dirty="0"/>
          </a:p>
        </p:txBody>
      </p:sp>
      <p:sp>
        <p:nvSpPr>
          <p:cNvPr id="5" name="TextBox 4"/>
          <p:cNvSpPr txBox="1"/>
          <p:nvPr/>
        </p:nvSpPr>
        <p:spPr>
          <a:xfrm>
            <a:off x="381000" y="2306203"/>
            <a:ext cx="580095" cy="400110"/>
          </a:xfrm>
          <a:prstGeom prst="rect">
            <a:avLst/>
          </a:prstGeom>
          <a:noFill/>
        </p:spPr>
        <p:txBody>
          <a:bodyPr wrap="none" rtlCol="0">
            <a:spAutoFit/>
          </a:bodyPr>
          <a:lstStyle/>
          <a:p>
            <a:r>
              <a:rPr lang="en-US" sz="2000" dirty="0" smtClean="0"/>
              <a:t>Age</a:t>
            </a:r>
            <a:endParaRPr lang="en-US" sz="2000" baseline="-25000" dirty="0"/>
          </a:p>
        </p:txBody>
      </p:sp>
      <p:sp>
        <p:nvSpPr>
          <p:cNvPr id="7" name="Content Placeholder 2"/>
          <p:cNvSpPr txBox="1"/>
          <p:nvPr/>
        </p:nvSpPr>
        <p:spPr>
          <a:xfrm>
            <a:off x="4783073" y="1123950"/>
            <a:ext cx="4038600" cy="2438400"/>
          </a:xfrm>
          <a:prstGeom prst="rect">
            <a:avLst/>
          </a:prstGeom>
        </p:spPr>
        <p:txBody>
          <a:bodyPr/>
          <a:lst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a:lstStyle>
          <a:p>
            <a:pPr>
              <a:buFontTx/>
              <a:buChar char="-"/>
            </a:pPr>
            <a:r>
              <a:rPr lang="en-US" sz="2800" dirty="0" smtClean="0"/>
              <a:t>Clump Thickness</a:t>
            </a:r>
            <a:endParaRPr lang="en-US" sz="2800" dirty="0" smtClean="0"/>
          </a:p>
          <a:p>
            <a:pPr>
              <a:buFontTx/>
              <a:buChar char="-"/>
            </a:pPr>
            <a:r>
              <a:rPr lang="en-US" sz="2800" dirty="0" smtClean="0"/>
              <a:t>Uniformity of Cell Size</a:t>
            </a:r>
            <a:endParaRPr lang="en-US" sz="2800" dirty="0" smtClean="0"/>
          </a:p>
          <a:p>
            <a:pPr>
              <a:buFontTx/>
              <a:buChar char="-"/>
            </a:pPr>
            <a:r>
              <a:rPr lang="en-US" sz="2800" dirty="0" smtClean="0"/>
              <a:t>Uniformity of Cell Shape</a:t>
            </a:r>
            <a:endParaRPr lang="en-US" sz="2800" dirty="0" smtClean="0"/>
          </a:p>
          <a:p>
            <a:pPr marL="0" indent="0">
              <a:buNone/>
            </a:pPr>
            <a:r>
              <a:rPr lang="en-US" sz="2800" dirty="0" smtClean="0"/>
              <a:t>…</a:t>
            </a:r>
            <a:endParaRPr lang="en-US" sz="2800" dirty="0" smtClean="0"/>
          </a:p>
        </p:txBody>
      </p:sp>
      <mc:AlternateContent xmlns:mc="http://schemas.openxmlformats.org/markup-compatibility/2006" xmlns:p14="http://schemas.microsoft.com/office/powerpoint/2010/main">
        <mc:Choice Requires="p14">
          <p:contentPart r:id="rId1" p14:bwMode="auto">
            <p14:nvContentPartPr>
              <p14:cNvPr id="6" name="Ink 5"/>
              <p14:cNvContentPartPr/>
              <p14:nvPr/>
            </p14:nvContentPartPr>
            <p14:xfrm>
              <a:off x="392400" y="1330560"/>
              <a:ext cx="8519400" cy="2990520"/>
            </p14:xfrm>
          </p:contentPart>
        </mc:Choice>
        <mc:Fallback xmlns="">
          <p:pic>
            <p:nvPicPr>
              <p:cNvPr id="6" name="Ink 5"/>
            </p:nvPicPr>
            <p:blipFill>
              <a:blip r:embed="rId2"/>
            </p:blipFill>
            <p:spPr>
              <a:xfrm>
                <a:off x="392400" y="1330560"/>
                <a:ext cx="8519400" cy="299052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p:cNvSpPr/>
          <p:nvPr/>
        </p:nvSpPr>
        <p:spPr>
          <a:xfrm>
            <a:off x="1126063" y="2774949"/>
            <a:ext cx="6553200" cy="369332"/>
          </a:xfrm>
          <a:prstGeom prst="rect">
            <a:avLst/>
          </a:prstGeom>
        </p:spPr>
        <p:txBody>
          <a:bodyPr wrap="square">
            <a:spAutoFit/>
          </a:bodyPr>
          <a:lstStyle/>
          <a:p>
            <a:r>
              <a:rPr lang="en-US" dirty="0" smtClean="0">
                <a:solidFill>
                  <a:prstClr val="black"/>
                </a:solidFill>
              </a:rPr>
              <a:t>Treat both as classification problems. </a:t>
            </a:r>
            <a:endParaRPr lang="en-US" dirty="0" smtClean="0">
              <a:solidFill>
                <a:prstClr val="black"/>
              </a:solidFill>
            </a:endParaRPr>
          </a:p>
        </p:txBody>
      </p:sp>
      <p:sp>
        <p:nvSpPr>
          <p:cNvPr id="22" name="Rectangle 21"/>
          <p:cNvSpPr/>
          <p:nvPr/>
        </p:nvSpPr>
        <p:spPr>
          <a:xfrm>
            <a:off x="1126062" y="3232149"/>
            <a:ext cx="7789337" cy="369332"/>
          </a:xfrm>
          <a:prstGeom prst="rect">
            <a:avLst/>
          </a:prstGeom>
        </p:spPr>
        <p:txBody>
          <a:bodyPr wrap="square">
            <a:spAutoFit/>
          </a:bodyPr>
          <a:lstStyle/>
          <a:p>
            <a:r>
              <a:rPr lang="en-US" dirty="0" smtClean="0">
                <a:solidFill>
                  <a:prstClr val="black"/>
                </a:solidFill>
              </a:rPr>
              <a:t>Treat problem 1 </a:t>
            </a:r>
            <a:r>
              <a:rPr lang="en-US" dirty="0">
                <a:solidFill>
                  <a:prstClr val="black"/>
                </a:solidFill>
              </a:rPr>
              <a:t>a</a:t>
            </a:r>
            <a:r>
              <a:rPr lang="en-US" dirty="0" smtClean="0">
                <a:solidFill>
                  <a:prstClr val="black"/>
                </a:solidFill>
              </a:rPr>
              <a:t>s a classification problem, problem 2 as a regression problem. </a:t>
            </a:r>
            <a:endParaRPr lang="en-US" dirty="0" smtClean="0">
              <a:solidFill>
                <a:prstClr val="black"/>
              </a:solidFill>
            </a:endParaRPr>
          </a:p>
        </p:txBody>
      </p:sp>
      <p:sp>
        <p:nvSpPr>
          <p:cNvPr id="23" name="Rectangle 22"/>
          <p:cNvSpPr/>
          <p:nvPr/>
        </p:nvSpPr>
        <p:spPr>
          <a:xfrm>
            <a:off x="1126063" y="3689349"/>
            <a:ext cx="7620000" cy="369332"/>
          </a:xfrm>
          <a:prstGeom prst="rect">
            <a:avLst/>
          </a:prstGeom>
        </p:spPr>
        <p:txBody>
          <a:bodyPr wrap="square">
            <a:spAutoFit/>
          </a:bodyPr>
          <a:lstStyle/>
          <a:p>
            <a:r>
              <a:rPr lang="en-US" dirty="0">
                <a:solidFill>
                  <a:prstClr val="black"/>
                </a:solidFill>
              </a:rPr>
              <a:t>Treat problem 1 as a </a:t>
            </a:r>
            <a:r>
              <a:rPr lang="en-US" dirty="0" smtClean="0">
                <a:solidFill>
                  <a:prstClr val="black"/>
                </a:solidFill>
              </a:rPr>
              <a:t>regression problem, </a:t>
            </a:r>
            <a:r>
              <a:rPr lang="en-US" dirty="0">
                <a:solidFill>
                  <a:prstClr val="black"/>
                </a:solidFill>
              </a:rPr>
              <a:t>problem 2 as a </a:t>
            </a:r>
            <a:r>
              <a:rPr lang="en-US" dirty="0" smtClean="0">
                <a:solidFill>
                  <a:prstClr val="black"/>
                </a:solidFill>
              </a:rPr>
              <a:t>classification problem</a:t>
            </a:r>
            <a:r>
              <a:rPr lang="en-US" dirty="0">
                <a:solidFill>
                  <a:prstClr val="black"/>
                </a:solidFill>
              </a:rPr>
              <a:t>. </a:t>
            </a:r>
            <a:endParaRPr lang="en-US" dirty="0">
              <a:solidFill>
                <a:prstClr val="black"/>
              </a:solidFill>
            </a:endParaRPr>
          </a:p>
        </p:txBody>
      </p:sp>
      <p:sp>
        <p:nvSpPr>
          <p:cNvPr id="24" name="Rectangle 23"/>
          <p:cNvSpPr/>
          <p:nvPr/>
        </p:nvSpPr>
        <p:spPr>
          <a:xfrm>
            <a:off x="1126063" y="4163483"/>
            <a:ext cx="6553200" cy="369332"/>
          </a:xfrm>
          <a:prstGeom prst="rect">
            <a:avLst/>
          </a:prstGeom>
        </p:spPr>
        <p:txBody>
          <a:bodyPr wrap="square">
            <a:spAutoFit/>
          </a:bodyPr>
          <a:lstStyle/>
          <a:p>
            <a:r>
              <a:rPr lang="en-US" dirty="0" smtClean="0">
                <a:solidFill>
                  <a:prstClr val="black"/>
                </a:solidFill>
              </a:rPr>
              <a:t>Treat both as regression problems. </a:t>
            </a:r>
            <a:endParaRPr lang="en-US" dirty="0" smtClean="0">
              <a:solidFill>
                <a:prstClr val="black"/>
              </a:solidFill>
            </a:endParaRPr>
          </a:p>
        </p:txBody>
      </p:sp>
      <p:sp>
        <p:nvSpPr>
          <p:cNvPr id="6" name="TextBox 5"/>
          <p:cNvSpPr txBox="1"/>
          <p:nvPr/>
        </p:nvSpPr>
        <p:spPr>
          <a:xfrm>
            <a:off x="380999" y="133350"/>
            <a:ext cx="8365063" cy="2585323"/>
          </a:xfrm>
          <a:prstGeom prst="rect">
            <a:avLst/>
          </a:prstGeom>
          <a:noFill/>
        </p:spPr>
        <p:txBody>
          <a:bodyPr wrap="square" rtlCol="0">
            <a:spAutoFit/>
          </a:bodyPr>
          <a:lstStyle/>
          <a:p>
            <a:r>
              <a:rPr lang="en-US" dirty="0" smtClean="0">
                <a:solidFill>
                  <a:prstClr val="black"/>
                </a:solidFill>
              </a:rPr>
              <a:t>You’re running a company, and you want to develop learning algorithms to address each of two problems.</a:t>
            </a:r>
            <a:endParaRPr lang="en-US" dirty="0" smtClean="0">
              <a:solidFill>
                <a:prstClr val="black"/>
              </a:solidFill>
            </a:endParaRPr>
          </a:p>
          <a:p>
            <a:endParaRPr lang="en-US" dirty="0">
              <a:solidFill>
                <a:prstClr val="black"/>
              </a:solidFill>
            </a:endParaRPr>
          </a:p>
          <a:p>
            <a:r>
              <a:rPr lang="en-US" dirty="0" smtClean="0">
                <a:solidFill>
                  <a:prstClr val="black"/>
                </a:solidFill>
              </a:rPr>
              <a:t>Problem 1: You have a large inventory of identical items.  You want to predict how many of these items will sell over the next 3 months.</a:t>
            </a:r>
            <a:endParaRPr lang="en-US" dirty="0" smtClean="0">
              <a:solidFill>
                <a:prstClr val="black"/>
              </a:solidFill>
            </a:endParaRPr>
          </a:p>
          <a:p>
            <a:r>
              <a:rPr lang="en-US" dirty="0" smtClean="0">
                <a:solidFill>
                  <a:prstClr val="black"/>
                </a:solidFill>
              </a:rPr>
              <a:t>Problem 2: You’d like software to examine individual customer accounts, and for each account decide if it has been hacked/compromised. </a:t>
            </a:r>
            <a:endParaRPr lang="en-US" dirty="0" smtClean="0">
              <a:solidFill>
                <a:prstClr val="black"/>
              </a:solidFill>
            </a:endParaRPr>
          </a:p>
          <a:p>
            <a:endParaRPr lang="en-US" dirty="0" smtClean="0">
              <a:solidFill>
                <a:prstClr val="black"/>
              </a:solidFill>
            </a:endParaRPr>
          </a:p>
          <a:p>
            <a:r>
              <a:rPr lang="en-US" dirty="0" smtClean="0">
                <a:solidFill>
                  <a:prstClr val="black"/>
                </a:solidFill>
              </a:rPr>
              <a:t>Should you treat these as classification or as regression problems? </a:t>
            </a:r>
            <a:endParaRPr lang="en-US" dirty="0" smtClean="0">
              <a:solidFill>
                <a:prstClr val="black"/>
              </a:solidFill>
            </a:endParaRPr>
          </a:p>
        </p:txBody>
      </p:sp>
      <mc:AlternateContent xmlns:mc="http://schemas.openxmlformats.org/markup-compatibility/2006" xmlns:p14="http://schemas.microsoft.com/office/powerpoint/2010/main">
        <mc:Choice Requires="p14">
          <p:contentPart r:id="rId1" p14:bwMode="auto">
            <p14:nvContentPartPr>
              <p14:cNvPr id="2" name="Ink 1"/>
              <p14:cNvContentPartPr/>
              <p14:nvPr/>
            </p14:nvContentPartPr>
            <p14:xfrm>
              <a:off x="92160" y="672480"/>
              <a:ext cx="8354880" cy="3276720"/>
            </p14:xfrm>
          </p:contentPart>
        </mc:Choice>
        <mc:Fallback xmlns="">
          <p:pic>
            <p:nvPicPr>
              <p:cNvPr id="2" name="Ink 1"/>
            </p:nvPicPr>
            <p:blipFill>
              <a:blip r:embed="rId2"/>
            </p:blipFill>
            <p:spPr>
              <a:xfrm>
                <a:off x="92160" y="672480"/>
                <a:ext cx="8354880" cy="3276720"/>
              </a:xfrm>
              <a:prstGeom prst="rect"/>
            </p:spPr>
          </p:pic>
        </mc:Fallback>
      </mc:AlternateContent>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4148665" y="931328"/>
            <a:ext cx="4953000" cy="142875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5400" dirty="0" smtClean="0">
                <a:solidFill>
                  <a:schemeClr val="tx1">
                    <a:lumMod val="75000"/>
                    <a:lumOff val="25000"/>
                  </a:schemeClr>
                </a:solidFill>
              </a:rPr>
              <a:t>Introduction</a:t>
            </a:r>
            <a:endParaRPr lang="en-US" dirty="0">
              <a:solidFill>
                <a:schemeClr val="tx1">
                  <a:lumMod val="75000"/>
                  <a:lumOff val="25000"/>
                </a:schemeClr>
              </a:solidFill>
            </a:endParaRPr>
          </a:p>
        </p:txBody>
      </p:sp>
      <p:cxnSp>
        <p:nvCxnSpPr>
          <p:cNvPr id="6" name="Straight Connector 5"/>
          <p:cNvCxnSpPr/>
          <p:nvPr/>
        </p:nvCxnSpPr>
        <p:spPr>
          <a:xfrm>
            <a:off x="4224865" y="2150528"/>
            <a:ext cx="4297680" cy="0"/>
          </a:xfrm>
          <a:prstGeom prst="line">
            <a:avLst/>
          </a:prstGeom>
        </p:spPr>
        <p:style>
          <a:lnRef idx="2">
            <a:schemeClr val="accent1"/>
          </a:lnRef>
          <a:fillRef idx="0">
            <a:schemeClr val="accent1"/>
          </a:fillRef>
          <a:effectRef idx="1">
            <a:schemeClr val="accent1"/>
          </a:effectRef>
          <a:fontRef idx="minor">
            <a:schemeClr val="tx1"/>
          </a:fontRef>
        </p:style>
      </p:cxnSp>
      <p:sp>
        <p:nvSpPr>
          <p:cNvPr id="14" name="Title 1"/>
          <p:cNvSpPr>
            <a:spLocks noGrp="1"/>
          </p:cNvSpPr>
          <p:nvPr>
            <p:ph type="ctrTitle"/>
          </p:nvPr>
        </p:nvSpPr>
        <p:spPr>
          <a:xfrm>
            <a:off x="4191000" y="2317761"/>
            <a:ext cx="5105400" cy="1625589"/>
          </a:xfrm>
        </p:spPr>
        <p:txBody>
          <a:bodyPr>
            <a:noAutofit/>
          </a:bodyPr>
          <a:lstStyle/>
          <a:p>
            <a:pPr algn="l"/>
            <a:r>
              <a:rPr lang="en-US" sz="6000" dirty="0" smtClean="0">
                <a:solidFill>
                  <a:schemeClr val="tx1">
                    <a:lumMod val="75000"/>
                    <a:lumOff val="25000"/>
                  </a:schemeClr>
                </a:solidFill>
              </a:rPr>
              <a:t>Unsupervised Learning</a:t>
            </a:r>
            <a:endParaRPr lang="en-US" sz="6000" dirty="0">
              <a:solidFill>
                <a:schemeClr val="tx1">
                  <a:lumMod val="75000"/>
                  <a:lumOff val="25000"/>
                </a:schemeClr>
              </a:solidFill>
            </a:endParaRPr>
          </a:p>
        </p:txBody>
      </p:sp>
      <p:pic>
        <p:nvPicPr>
          <p:cNvPr id="2" name="Picture 2" descr="C:\Users\ang\Desktop\iStock_000012344803Large.jpg"/>
          <p:cNvPicPr>
            <a:picLocks noChangeAspect="1" noChangeArrowheads="1"/>
          </p:cNvPicPr>
          <p:nvPr/>
        </p:nvPicPr>
        <p:blipFill>
          <a:blip r:embed="rId1" cstate="print"/>
          <a:srcRect b="7246"/>
          <a:stretch>
            <a:fillRect/>
          </a:stretch>
        </p:blipFill>
        <p:spPr bwMode="auto">
          <a:xfrm>
            <a:off x="685800" y="361950"/>
            <a:ext cx="3200400" cy="3657600"/>
          </a:xfrm>
          <a:prstGeom prst="rect">
            <a:avLst/>
          </a:prstGeom>
          <a:noFill/>
        </p:spPr>
      </p:pic>
      <p:sp>
        <p:nvSpPr>
          <p:cNvPr id="7" name="Title 1"/>
          <p:cNvSpPr txBox="1"/>
          <p:nvPr/>
        </p:nvSpPr>
        <p:spPr>
          <a:xfrm>
            <a:off x="838200" y="3867150"/>
            <a:ext cx="2895600" cy="838200"/>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2400" b="0" i="0" u="none" strike="noStrike" kern="1200" cap="none" spc="0" normalizeH="0" baseline="0" noProof="0" dirty="0" smtClean="0">
                <a:ln>
                  <a:noFill/>
                </a:ln>
                <a:solidFill>
                  <a:schemeClr val="tx1">
                    <a:lumMod val="75000"/>
                    <a:lumOff val="25000"/>
                  </a:schemeClr>
                </a:solidFill>
                <a:effectLst/>
                <a:uLnTx/>
                <a:uFillTx/>
                <a:latin typeface="+mj-lt"/>
                <a:ea typeface="+mj-ea"/>
                <a:cs typeface="+mj-cs"/>
              </a:rPr>
              <a:t>Machine Learning</a:t>
            </a:r>
            <a:endParaRPr kumimoji="0" lang="en-US" sz="2400" b="0" i="0" u="none" strike="noStrike" kern="1200" cap="none" spc="0" normalizeH="0" baseline="0" noProof="0" dirty="0">
              <a:ln>
                <a:noFill/>
              </a:ln>
              <a:solidFill>
                <a:schemeClr val="tx1">
                  <a:lumMod val="75000"/>
                  <a:lumOff val="25000"/>
                </a:schemeClr>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val 9"/>
          <p:cNvSpPr/>
          <p:nvPr/>
        </p:nvSpPr>
        <p:spPr>
          <a:xfrm>
            <a:off x="3184422" y="2992642"/>
            <a:ext cx="297789" cy="297789"/>
          </a:xfrm>
          <a:prstGeom prst="ellipse">
            <a:avLst/>
          </a:prstGeom>
          <a:noFill/>
          <a:ln w="444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3868950" y="2944403"/>
            <a:ext cx="297789" cy="297789"/>
          </a:xfrm>
          <a:prstGeom prst="ellipse">
            <a:avLst/>
          </a:prstGeom>
          <a:noFill/>
          <a:ln w="444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3571498" y="3379718"/>
            <a:ext cx="297789" cy="297789"/>
          </a:xfrm>
          <a:prstGeom prst="ellipse">
            <a:avLst/>
          </a:prstGeom>
          <a:noFill/>
          <a:ln w="444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3484306" y="2640410"/>
            <a:ext cx="297789" cy="297789"/>
          </a:xfrm>
          <a:prstGeom prst="ellipse">
            <a:avLst/>
          </a:prstGeom>
          <a:noFill/>
          <a:ln w="444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ross 4"/>
          <p:cNvSpPr/>
          <p:nvPr/>
        </p:nvSpPr>
        <p:spPr>
          <a:xfrm rot="2734294">
            <a:off x="5002286" y="2205198"/>
            <a:ext cx="390684" cy="390684"/>
          </a:xfrm>
          <a:prstGeom prst="plus">
            <a:avLst>
              <a:gd name="adj" fmla="val 46579"/>
            </a:avLst>
          </a:prstGeom>
          <a:solidFill>
            <a:schemeClr val="tx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ross 5"/>
          <p:cNvSpPr/>
          <p:nvPr/>
        </p:nvSpPr>
        <p:spPr>
          <a:xfrm rot="2734294">
            <a:off x="5127933" y="1396215"/>
            <a:ext cx="390684" cy="390684"/>
          </a:xfrm>
          <a:prstGeom prst="plus">
            <a:avLst>
              <a:gd name="adj" fmla="val 46579"/>
            </a:avLst>
          </a:prstGeom>
          <a:solidFill>
            <a:schemeClr val="tx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ross 7"/>
          <p:cNvSpPr/>
          <p:nvPr/>
        </p:nvSpPr>
        <p:spPr>
          <a:xfrm rot="2734294">
            <a:off x="5680417" y="1894197"/>
            <a:ext cx="390684" cy="390684"/>
          </a:xfrm>
          <a:prstGeom prst="plus">
            <a:avLst>
              <a:gd name="adj" fmla="val 46579"/>
            </a:avLst>
          </a:prstGeom>
          <a:solidFill>
            <a:schemeClr val="tx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ross 22"/>
          <p:cNvSpPr/>
          <p:nvPr/>
        </p:nvSpPr>
        <p:spPr>
          <a:xfrm rot="2734294">
            <a:off x="5110632" y="1867799"/>
            <a:ext cx="390684" cy="390684"/>
          </a:xfrm>
          <a:prstGeom prst="plus">
            <a:avLst>
              <a:gd name="adj" fmla="val 46579"/>
            </a:avLst>
          </a:prstGeom>
          <a:solidFill>
            <a:schemeClr val="tx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p:cNvSpPr txBox="1"/>
          <p:nvPr/>
        </p:nvSpPr>
        <p:spPr>
          <a:xfrm>
            <a:off x="4459400" y="4324350"/>
            <a:ext cx="461986" cy="523220"/>
          </a:xfrm>
          <a:prstGeom prst="rect">
            <a:avLst/>
          </a:prstGeom>
          <a:noFill/>
        </p:spPr>
        <p:txBody>
          <a:bodyPr wrap="none" rtlCol="0">
            <a:spAutoFit/>
          </a:bodyPr>
          <a:lstStyle/>
          <a:p>
            <a:r>
              <a:rPr lang="en-US" sz="2800" dirty="0" smtClean="0"/>
              <a:t>x</a:t>
            </a:r>
            <a:r>
              <a:rPr lang="en-US" sz="2800" baseline="-25000" dirty="0" smtClean="0"/>
              <a:t>1</a:t>
            </a:r>
            <a:endParaRPr lang="en-US" sz="2800" baseline="-25000" dirty="0"/>
          </a:p>
        </p:txBody>
      </p:sp>
      <p:sp>
        <p:nvSpPr>
          <p:cNvPr id="38" name="TextBox 37"/>
          <p:cNvSpPr txBox="1"/>
          <p:nvPr/>
        </p:nvSpPr>
        <p:spPr>
          <a:xfrm>
            <a:off x="2057400" y="2153803"/>
            <a:ext cx="461986" cy="523220"/>
          </a:xfrm>
          <a:prstGeom prst="rect">
            <a:avLst/>
          </a:prstGeom>
          <a:noFill/>
        </p:spPr>
        <p:txBody>
          <a:bodyPr wrap="none" rtlCol="0">
            <a:spAutoFit/>
          </a:bodyPr>
          <a:lstStyle/>
          <a:p>
            <a:r>
              <a:rPr lang="en-US" sz="2800" dirty="0" smtClean="0"/>
              <a:t>x</a:t>
            </a:r>
            <a:r>
              <a:rPr lang="en-US" sz="2800" baseline="-25000" dirty="0"/>
              <a:t>2</a:t>
            </a:r>
            <a:endParaRPr lang="en-US" sz="2800" baseline="-25000" dirty="0"/>
          </a:p>
        </p:txBody>
      </p:sp>
      <p:sp>
        <p:nvSpPr>
          <p:cNvPr id="116" name="TextBox 115"/>
          <p:cNvSpPr txBox="1"/>
          <p:nvPr/>
        </p:nvSpPr>
        <p:spPr>
          <a:xfrm>
            <a:off x="2895600" y="285750"/>
            <a:ext cx="3548344" cy="584775"/>
          </a:xfrm>
          <a:prstGeom prst="rect">
            <a:avLst/>
          </a:prstGeom>
          <a:noFill/>
        </p:spPr>
        <p:txBody>
          <a:bodyPr wrap="none" rtlCol="0">
            <a:spAutoFit/>
          </a:bodyPr>
          <a:lstStyle/>
          <a:p>
            <a:r>
              <a:rPr lang="en-US" sz="3200" dirty="0" smtClean="0">
                <a:solidFill>
                  <a:schemeClr val="tx1">
                    <a:lumMod val="85000"/>
                    <a:lumOff val="15000"/>
                  </a:schemeClr>
                </a:solidFill>
              </a:rPr>
              <a:t>Supervised Learning</a:t>
            </a:r>
            <a:endParaRPr lang="en-US" sz="3200" dirty="0">
              <a:solidFill>
                <a:schemeClr val="tx1">
                  <a:lumMod val="85000"/>
                  <a:lumOff val="15000"/>
                </a:schemeClr>
              </a:solidFill>
            </a:endParaRPr>
          </a:p>
        </p:txBody>
      </p:sp>
      <p:cxnSp>
        <p:nvCxnSpPr>
          <p:cNvPr id="15" name="Straight Arrow Connector 14"/>
          <p:cNvCxnSpPr/>
          <p:nvPr/>
        </p:nvCxnSpPr>
        <p:spPr>
          <a:xfrm flipV="1">
            <a:off x="2733804" y="971550"/>
            <a:ext cx="0" cy="3487660"/>
          </a:xfrm>
          <a:prstGeom prst="straightConnector1">
            <a:avLst/>
          </a:prstGeom>
          <a:ln w="3810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2543696" y="4191562"/>
            <a:ext cx="3900248" cy="0"/>
          </a:xfrm>
          <a:prstGeom prst="straightConnector1">
            <a:avLst/>
          </a:prstGeom>
          <a:ln w="3810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val 9"/>
          <p:cNvSpPr/>
          <p:nvPr/>
        </p:nvSpPr>
        <p:spPr>
          <a:xfrm>
            <a:off x="3184422" y="2992642"/>
            <a:ext cx="297789" cy="297789"/>
          </a:xfrm>
          <a:prstGeom prst="ellipse">
            <a:avLst/>
          </a:prstGeom>
          <a:noFill/>
          <a:ln w="444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3868950" y="2944403"/>
            <a:ext cx="297789" cy="297789"/>
          </a:xfrm>
          <a:prstGeom prst="ellipse">
            <a:avLst/>
          </a:prstGeom>
          <a:noFill/>
          <a:ln w="444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3571498" y="3379718"/>
            <a:ext cx="297789" cy="297789"/>
          </a:xfrm>
          <a:prstGeom prst="ellipse">
            <a:avLst/>
          </a:prstGeom>
          <a:noFill/>
          <a:ln w="444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3484306" y="2640410"/>
            <a:ext cx="297789" cy="297789"/>
          </a:xfrm>
          <a:prstGeom prst="ellipse">
            <a:avLst/>
          </a:prstGeom>
          <a:noFill/>
          <a:ln w="444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5036211" y="2264436"/>
            <a:ext cx="297789" cy="297789"/>
          </a:xfrm>
          <a:prstGeom prst="ellipse">
            <a:avLst/>
          </a:prstGeom>
          <a:noFill/>
          <a:ln w="444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5150511" y="1905000"/>
            <a:ext cx="297789" cy="297789"/>
          </a:xfrm>
          <a:prstGeom prst="ellipse">
            <a:avLst/>
          </a:prstGeom>
          <a:noFill/>
          <a:ln w="444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5715000" y="1940586"/>
            <a:ext cx="297789" cy="297789"/>
          </a:xfrm>
          <a:prstGeom prst="ellipse">
            <a:avLst/>
          </a:prstGeom>
          <a:noFill/>
          <a:ln w="444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5172075" y="1447800"/>
            <a:ext cx="297789" cy="297789"/>
          </a:xfrm>
          <a:prstGeom prst="ellipse">
            <a:avLst/>
          </a:prstGeom>
          <a:noFill/>
          <a:ln w="444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2514600" y="285750"/>
            <a:ext cx="3998787" cy="584775"/>
          </a:xfrm>
          <a:prstGeom prst="rect">
            <a:avLst/>
          </a:prstGeom>
          <a:noFill/>
        </p:spPr>
        <p:txBody>
          <a:bodyPr wrap="none" rtlCol="0">
            <a:spAutoFit/>
          </a:bodyPr>
          <a:lstStyle/>
          <a:p>
            <a:r>
              <a:rPr lang="en-US" sz="3200" dirty="0" smtClean="0">
                <a:solidFill>
                  <a:schemeClr val="tx1">
                    <a:lumMod val="85000"/>
                    <a:lumOff val="15000"/>
                  </a:schemeClr>
                </a:solidFill>
              </a:rPr>
              <a:t>Unsupervised Learning</a:t>
            </a:r>
            <a:endParaRPr lang="en-US" sz="3200" dirty="0">
              <a:solidFill>
                <a:schemeClr val="tx1">
                  <a:lumMod val="85000"/>
                  <a:lumOff val="15000"/>
                </a:schemeClr>
              </a:solidFill>
            </a:endParaRPr>
          </a:p>
        </p:txBody>
      </p:sp>
      <p:sp>
        <p:nvSpPr>
          <p:cNvPr id="20" name="TextBox 19"/>
          <p:cNvSpPr txBox="1"/>
          <p:nvPr/>
        </p:nvSpPr>
        <p:spPr>
          <a:xfrm>
            <a:off x="4459400" y="4324350"/>
            <a:ext cx="461986" cy="523220"/>
          </a:xfrm>
          <a:prstGeom prst="rect">
            <a:avLst/>
          </a:prstGeom>
          <a:noFill/>
        </p:spPr>
        <p:txBody>
          <a:bodyPr wrap="none" rtlCol="0">
            <a:spAutoFit/>
          </a:bodyPr>
          <a:lstStyle/>
          <a:p>
            <a:r>
              <a:rPr lang="en-US" sz="2800" dirty="0" smtClean="0"/>
              <a:t>x</a:t>
            </a:r>
            <a:r>
              <a:rPr lang="en-US" sz="2800" baseline="-25000" dirty="0" smtClean="0"/>
              <a:t>1</a:t>
            </a:r>
            <a:endParaRPr lang="en-US" sz="2800" baseline="-25000" dirty="0"/>
          </a:p>
        </p:txBody>
      </p:sp>
      <p:sp>
        <p:nvSpPr>
          <p:cNvPr id="21" name="TextBox 20"/>
          <p:cNvSpPr txBox="1"/>
          <p:nvPr/>
        </p:nvSpPr>
        <p:spPr>
          <a:xfrm>
            <a:off x="2057400" y="2153803"/>
            <a:ext cx="461986" cy="523220"/>
          </a:xfrm>
          <a:prstGeom prst="rect">
            <a:avLst/>
          </a:prstGeom>
          <a:noFill/>
        </p:spPr>
        <p:txBody>
          <a:bodyPr wrap="none" rtlCol="0">
            <a:spAutoFit/>
          </a:bodyPr>
          <a:lstStyle/>
          <a:p>
            <a:r>
              <a:rPr lang="en-US" sz="2800" dirty="0" smtClean="0"/>
              <a:t>x</a:t>
            </a:r>
            <a:r>
              <a:rPr lang="en-US" sz="2800" baseline="-25000" dirty="0"/>
              <a:t>2</a:t>
            </a:r>
            <a:endParaRPr lang="en-US" sz="2800" baseline="-25000" dirty="0"/>
          </a:p>
        </p:txBody>
      </p:sp>
      <p:cxnSp>
        <p:nvCxnSpPr>
          <p:cNvPr id="22" name="Straight Arrow Connector 21"/>
          <p:cNvCxnSpPr/>
          <p:nvPr/>
        </p:nvCxnSpPr>
        <p:spPr>
          <a:xfrm flipV="1">
            <a:off x="2733804" y="971550"/>
            <a:ext cx="0" cy="3487660"/>
          </a:xfrm>
          <a:prstGeom prst="straightConnector1">
            <a:avLst/>
          </a:prstGeom>
          <a:ln w="3810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2543696" y="4191562"/>
            <a:ext cx="3900248" cy="0"/>
          </a:xfrm>
          <a:prstGeom prst="straightConnector1">
            <a:avLst/>
          </a:prstGeom>
          <a:ln w="3810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r:id="rId1" p14:bwMode="auto">
            <p14:nvContentPartPr>
              <p14:cNvPr id="2" name="Ink 1"/>
              <p14:cNvContentPartPr/>
              <p14:nvPr/>
            </p14:nvContentPartPr>
            <p14:xfrm>
              <a:off x="2958120" y="1266120"/>
              <a:ext cx="3273840" cy="2518200"/>
            </p14:xfrm>
          </p:contentPart>
        </mc:Choice>
        <mc:Fallback xmlns="">
          <p:pic>
            <p:nvPicPr>
              <p:cNvPr id="2" name="Ink 1"/>
            </p:nvPicPr>
            <p:blipFill>
              <a:blip r:embed="rId2"/>
            </p:blipFill>
            <p:spPr>
              <a:xfrm>
                <a:off x="2958120" y="1266120"/>
                <a:ext cx="3273840" cy="2518200"/>
              </a:xfrm>
              <a:prstGeom prst="rect"/>
            </p:spPr>
          </p:pic>
        </mc:Fallback>
      </mc:AlternateContent>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 descr="C:\Users\ang\Desktop\news1.png"/>
          <p:cNvPicPr>
            <a:picLocks noChangeAspect="1" noChangeArrowheads="1"/>
          </p:cNvPicPr>
          <p:nvPr/>
        </p:nvPicPr>
        <p:blipFill>
          <a:blip r:embed="rId1" cstate="print"/>
          <a:srcRect/>
          <a:stretch>
            <a:fillRect/>
          </a:stretch>
        </p:blipFill>
        <p:spPr bwMode="auto">
          <a:xfrm>
            <a:off x="625460" y="181058"/>
            <a:ext cx="7589500" cy="4600492"/>
          </a:xfrm>
          <a:prstGeom prst="rect">
            <a:avLst/>
          </a:prstGeom>
          <a:noFill/>
        </p:spPr>
      </p:pic>
      <mc:AlternateContent xmlns:mc="http://schemas.openxmlformats.org/markup-compatibility/2006" xmlns:p14="http://schemas.microsoft.com/office/powerpoint/2010/main">
        <mc:Choice Requires="p14">
          <p:contentPart r:id="rId2" p14:bwMode="auto">
            <p14:nvContentPartPr>
              <p14:cNvPr id="6" name="Ink 5"/>
              <p14:cNvContentPartPr/>
              <p14:nvPr/>
            </p14:nvContentPartPr>
            <p14:xfrm>
              <a:off x="-2619540" y="4391025"/>
              <a:ext cx="5239080" cy="4285440"/>
            </p14:xfrm>
          </p:contentPart>
        </mc:Choice>
        <mc:Fallback xmlns="">
          <p:pic>
            <p:nvPicPr>
              <p:cNvPr id="6" name="Ink 5"/>
            </p:nvPicPr>
            <p:blipFill>
              <a:blip r:embed="rId3"/>
            </p:blipFill>
            <p:spPr>
              <a:xfrm>
                <a:off x="-2619540" y="4391025"/>
                <a:ext cx="5239080" cy="4285440"/>
              </a:xfrm>
              <a:prstGeom prst="rect"/>
            </p:spPr>
          </p:pic>
        </mc:Fallback>
      </mc:AlternateContent>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r="80106" b="91903"/>
          <a:stretch>
            <a:fillRect/>
          </a:stretch>
        </p:blipFill>
        <p:spPr>
          <a:xfrm>
            <a:off x="381000" y="408613"/>
            <a:ext cx="1057437" cy="353388"/>
          </a:xfrm>
          <a:prstGeom prst="rect">
            <a:avLst/>
          </a:prstGeom>
        </p:spPr>
      </p:pic>
      <p:pic>
        <p:nvPicPr>
          <p:cNvPr id="9" name="Picture 8"/>
          <p:cNvPicPr>
            <a:picLocks noChangeAspect="1"/>
          </p:cNvPicPr>
          <p:nvPr/>
        </p:nvPicPr>
        <p:blipFill rotWithShape="1">
          <a:blip r:embed="rId4">
            <a:extLst>
              <a:ext uri="{28A0092B-C50C-407E-A947-70E740481C1C}">
                <a14:useLocalDpi xmlns:a14="http://schemas.microsoft.com/office/drawing/2010/main" val="0"/>
              </a:ext>
            </a:extLst>
          </a:blip>
          <a:srcRect l="24374" t="71388"/>
          <a:stretch>
            <a:fillRect/>
          </a:stretch>
        </p:blipFill>
        <p:spPr>
          <a:xfrm>
            <a:off x="1676400" y="3532813"/>
            <a:ext cx="4019711" cy="1248737"/>
          </a:xfrm>
          <a:prstGeom prst="rect">
            <a:avLst/>
          </a:prstGeom>
        </p:spPr>
      </p:pic>
      <p:pic>
        <p:nvPicPr>
          <p:cNvPr id="10" name="Picture 9"/>
          <p:cNvPicPr>
            <a:picLocks noChangeAspect="1"/>
          </p:cNvPicPr>
          <p:nvPr/>
        </p:nvPicPr>
        <p:blipFill rotWithShape="1">
          <a:blip r:embed="rId4">
            <a:extLst>
              <a:ext uri="{28A0092B-C50C-407E-A947-70E740481C1C}">
                <a14:useLocalDpi xmlns:a14="http://schemas.microsoft.com/office/drawing/2010/main" val="0"/>
              </a:ext>
            </a:extLst>
          </a:blip>
          <a:srcRect l="17483" t="73548" r="75158"/>
          <a:stretch>
            <a:fillRect/>
          </a:stretch>
        </p:blipFill>
        <p:spPr>
          <a:xfrm>
            <a:off x="1306410" y="3627072"/>
            <a:ext cx="391131" cy="1154478"/>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a:grpSpLocks noChangeAspect="1"/>
          </p:cNvGrpSpPr>
          <p:nvPr/>
        </p:nvGrpSpPr>
        <p:grpSpPr>
          <a:xfrm>
            <a:off x="457200" y="181058"/>
            <a:ext cx="3878880" cy="2300246"/>
            <a:chOff x="457200" y="181058"/>
            <a:chExt cx="7757760" cy="4600492"/>
          </a:xfrm>
        </p:grpSpPr>
        <p:pic>
          <p:nvPicPr>
            <p:cNvPr id="5" name="Picture 1" descr="C:\Users\ang\Desktop\news1.png"/>
            <p:cNvPicPr>
              <a:picLocks noChangeAspect="1" noChangeArrowheads="1"/>
            </p:cNvPicPr>
            <p:nvPr/>
          </p:nvPicPr>
          <p:blipFill>
            <a:blip r:embed="rId1" cstate="print"/>
            <a:srcRect/>
            <a:stretch>
              <a:fillRect/>
            </a:stretch>
          </p:blipFill>
          <p:spPr bwMode="auto">
            <a:xfrm>
              <a:off x="625460" y="181058"/>
              <a:ext cx="7589500" cy="4600492"/>
            </a:xfrm>
            <a:prstGeom prst="rect">
              <a:avLst/>
            </a:prstGeom>
            <a:noFill/>
          </p:spPr>
        </p:pic>
        <mc:AlternateContent xmlns:mc="http://schemas.openxmlformats.org/markup-compatibility/2006" xmlns:p14="http://schemas.microsoft.com/office/powerpoint/2010/main">
          <mc:Choice Requires="p14">
            <p:contentPart r:id="rId2" p14:bwMode="auto">
              <p14:nvContentPartPr>
                <p14:cNvPr id="6" name="Ink 5"/>
                <p14:cNvContentPartPr/>
                <p14:nvPr/>
              </p14:nvContentPartPr>
              <p14:xfrm>
                <a:off x="457200" y="438150"/>
                <a:ext cx="5239080" cy="4285440"/>
              </p14:xfrm>
            </p:contentPart>
          </mc:Choice>
          <mc:Fallback xmlns="">
            <p:pic>
              <p:nvPicPr>
                <p:cNvPr id="6" name="Ink 5"/>
              </p:nvPicPr>
              <p:blipFill>
                <a:blip r:embed="rId3"/>
              </p:blipFill>
              <p:spPr>
                <a:xfrm>
                  <a:off x="457200" y="438150"/>
                  <a:ext cx="5239080" cy="4285440"/>
                </a:xfrm>
                <a:prstGeom prst="rect"/>
              </p:spPr>
            </p:pic>
          </mc:Fallback>
        </mc:AlternateContent>
      </p:grpSp>
      <p:pic>
        <p:nvPicPr>
          <p:cNvPr id="8" name="Picture 1" descr="C:\Users\ang\Desktop\News2.png"/>
          <p:cNvPicPr>
            <a:picLocks noChangeAspect="1" noChangeArrowheads="1"/>
          </p:cNvPicPr>
          <p:nvPr/>
        </p:nvPicPr>
        <p:blipFill>
          <a:blip r:embed="rId4" cstate="print"/>
          <a:srcRect/>
          <a:stretch>
            <a:fillRect/>
          </a:stretch>
        </p:blipFill>
        <p:spPr bwMode="auto">
          <a:xfrm>
            <a:off x="5516880" y="1"/>
            <a:ext cx="3419856" cy="2520887"/>
          </a:xfrm>
          <a:prstGeom prst="rect">
            <a:avLst/>
          </a:prstGeom>
          <a:noFill/>
        </p:spPr>
      </p:pic>
      <p:pic>
        <p:nvPicPr>
          <p:cNvPr id="11" name="Picture 1" descr="C:\Users\ang\Desktop\News4.png"/>
          <p:cNvPicPr>
            <a:picLocks noChangeAspect="1" noChangeArrowheads="1"/>
          </p:cNvPicPr>
          <p:nvPr/>
        </p:nvPicPr>
        <p:blipFill rotWithShape="1">
          <a:blip r:embed="rId5" cstate="print"/>
          <a:srcRect r="36613"/>
          <a:stretch>
            <a:fillRect/>
          </a:stretch>
        </p:blipFill>
        <p:spPr bwMode="auto">
          <a:xfrm>
            <a:off x="1524000" y="2503119"/>
            <a:ext cx="2299123" cy="2673668"/>
          </a:xfrm>
          <a:prstGeom prst="rect">
            <a:avLst/>
          </a:prstGeom>
          <a:noFill/>
        </p:spPr>
      </p:pic>
      <p:pic>
        <p:nvPicPr>
          <p:cNvPr id="12" name="Picture 1" descr="C:\Users\ang\Desktop\News3.png"/>
          <p:cNvPicPr>
            <a:picLocks noChangeAspect="1" noChangeArrowheads="1"/>
          </p:cNvPicPr>
          <p:nvPr/>
        </p:nvPicPr>
        <p:blipFill rotWithShape="1">
          <a:blip r:embed="rId6" cstate="print"/>
          <a:srcRect r="50000"/>
          <a:stretch>
            <a:fillRect/>
          </a:stretch>
        </p:blipFill>
        <p:spPr bwMode="auto">
          <a:xfrm>
            <a:off x="4876800" y="2481304"/>
            <a:ext cx="1813560" cy="2673668"/>
          </a:xfrm>
          <a:prstGeom prst="rect">
            <a:avLst/>
          </a:prstGeom>
          <a:noFill/>
        </p:spPr>
      </p:pic>
      <p:cxnSp>
        <p:nvCxnSpPr>
          <p:cNvPr id="4" name="Straight Arrow Connector 3"/>
          <p:cNvCxnSpPr/>
          <p:nvPr/>
        </p:nvCxnSpPr>
        <p:spPr>
          <a:xfrm flipV="1">
            <a:off x="2590800" y="1276350"/>
            <a:ext cx="2819400" cy="762000"/>
          </a:xfrm>
          <a:prstGeom prst="straightConnector1">
            <a:avLst/>
          </a:prstGeom>
          <a:ln w="2222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a:off x="2286000" y="2343150"/>
            <a:ext cx="76200" cy="990600"/>
          </a:xfrm>
          <a:prstGeom prst="straightConnector1">
            <a:avLst/>
          </a:prstGeom>
          <a:ln w="2222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2590800" y="2266950"/>
            <a:ext cx="2133600" cy="609600"/>
          </a:xfrm>
          <a:prstGeom prst="straightConnector1">
            <a:avLst/>
          </a:prstGeom>
          <a:ln w="2222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Text Box 6"/>
          <p:cNvSpPr txBox="1">
            <a:spLocks noChangeArrowheads="1"/>
          </p:cNvSpPr>
          <p:nvPr/>
        </p:nvSpPr>
        <p:spPr bwMode="auto">
          <a:xfrm>
            <a:off x="-92075" y="4866085"/>
            <a:ext cx="1908408" cy="307777"/>
          </a:xfrm>
          <a:prstGeom prst="rect">
            <a:avLst/>
          </a:prstGeom>
          <a:noFill/>
          <a:ln w="9525">
            <a:noFill/>
            <a:miter lim="800000"/>
          </a:ln>
        </p:spPr>
        <p:txBody>
          <a:bodyPr wrap="none">
            <a:spAutoFit/>
          </a:bodyPr>
          <a:lstStyle/>
          <a:p>
            <a:r>
              <a:rPr lang="en-US" sz="1400" dirty="0"/>
              <a:t>[Source: </a:t>
            </a:r>
            <a:r>
              <a:rPr lang="en-US" sz="1400" dirty="0" smtClean="0"/>
              <a:t>Daphne </a:t>
            </a:r>
            <a:r>
              <a:rPr lang="en-US" sz="1400" dirty="0" err="1"/>
              <a:t>Koller</a:t>
            </a:r>
            <a:r>
              <a:rPr lang="en-US" sz="1400" dirty="0"/>
              <a:t>]</a:t>
            </a:r>
            <a:endParaRPr lang="en-US" sz="1400" dirty="0"/>
          </a:p>
        </p:txBody>
      </p:sp>
      <p:sp>
        <p:nvSpPr>
          <p:cNvPr id="32774" name="Text Box 17"/>
          <p:cNvSpPr txBox="1">
            <a:spLocks noChangeArrowheads="1"/>
          </p:cNvSpPr>
          <p:nvPr/>
        </p:nvSpPr>
        <p:spPr bwMode="auto">
          <a:xfrm rot="-5400000">
            <a:off x="-9769" y="1874610"/>
            <a:ext cx="838691" cy="400110"/>
          </a:xfrm>
          <a:prstGeom prst="rect">
            <a:avLst/>
          </a:prstGeom>
          <a:noFill/>
          <a:ln w="9525">
            <a:noFill/>
            <a:miter lim="800000"/>
          </a:ln>
        </p:spPr>
        <p:txBody>
          <a:bodyPr wrap="none">
            <a:spAutoFit/>
          </a:bodyPr>
          <a:lstStyle/>
          <a:p>
            <a:r>
              <a:rPr lang="en-US" sz="2000"/>
              <a:t>Genes</a:t>
            </a:r>
            <a:endParaRPr lang="en-US" sz="2000"/>
          </a:p>
        </p:txBody>
      </p:sp>
      <p:sp>
        <p:nvSpPr>
          <p:cNvPr id="32775" name="Text Box 19"/>
          <p:cNvSpPr txBox="1">
            <a:spLocks noChangeArrowheads="1"/>
          </p:cNvSpPr>
          <p:nvPr/>
        </p:nvSpPr>
        <p:spPr bwMode="auto">
          <a:xfrm>
            <a:off x="3189288" y="3493294"/>
            <a:ext cx="1192955" cy="369332"/>
          </a:xfrm>
          <a:prstGeom prst="rect">
            <a:avLst/>
          </a:prstGeom>
          <a:noFill/>
          <a:ln w="9525">
            <a:noFill/>
            <a:miter lim="800000"/>
          </a:ln>
        </p:spPr>
        <p:txBody>
          <a:bodyPr wrap="none">
            <a:spAutoFit/>
          </a:bodyPr>
          <a:lstStyle/>
          <a:p>
            <a:r>
              <a:rPr lang="en-US"/>
              <a:t>Individuals</a:t>
            </a:r>
            <a:endParaRPr lang="en-US"/>
          </a:p>
        </p:txBody>
      </p:sp>
      <mc:AlternateContent xmlns:mc="http://schemas.openxmlformats.org/markup-compatibility/2006" xmlns:p14="http://schemas.microsoft.com/office/powerpoint/2010/main">
        <mc:Choice Requires="p14">
          <p:contentPart r:id="rId1" p14:bwMode="auto">
            <p14:nvContentPartPr>
              <p14:cNvPr id="3" name="Ink 2"/>
              <p14:cNvContentPartPr/>
              <p14:nvPr/>
            </p14:nvContentPartPr>
            <p14:xfrm>
              <a:off x="120960" y="3133080"/>
              <a:ext cx="350280" cy="236520"/>
            </p14:xfrm>
          </p:contentPart>
        </mc:Choice>
        <mc:Fallback xmlns="">
          <p:pic>
            <p:nvPicPr>
              <p:cNvPr id="3" name="Ink 2"/>
            </p:nvPicPr>
            <p:blipFill>
              <a:blip r:embed="rId2"/>
            </p:blipFill>
            <p:spPr>
              <a:xfrm>
                <a:off x="120960" y="3133080"/>
                <a:ext cx="350280" cy="236520"/>
              </a:xfrm>
              <a:prstGeom prst="rect"/>
            </p:spPr>
          </p:pic>
        </mc:Fallback>
      </mc:AlternateContent>
      <p:pic>
        <p:nvPicPr>
          <p:cNvPr id="18" name="Picture 17" descr="Dhh1Module-Puf3-Express"/>
          <p:cNvPicPr>
            <a:picLocks noChangeArrowheads="1"/>
          </p:cNvPicPr>
          <p:nvPr/>
        </p:nvPicPr>
        <p:blipFill>
          <a:blip r:embed="rId3" cstate="print"/>
          <a:srcRect/>
          <a:stretch>
            <a:fillRect/>
          </a:stretch>
        </p:blipFill>
        <p:spPr bwMode="auto">
          <a:xfrm>
            <a:off x="759630" y="3278191"/>
            <a:ext cx="7836963" cy="152328"/>
          </a:xfrm>
          <a:prstGeom prst="rect">
            <a:avLst/>
          </a:prstGeom>
          <a:noFill/>
        </p:spPr>
      </p:pic>
      <p:pic>
        <p:nvPicPr>
          <p:cNvPr id="22" name="Picture 21" descr="Dhh1Module-BYRM-Genes"/>
          <p:cNvPicPr>
            <a:picLocks noChangeAspect="1" noChangeArrowheads="1"/>
          </p:cNvPicPr>
          <p:nvPr/>
        </p:nvPicPr>
        <p:blipFill rotWithShape="1">
          <a:blip r:embed="rId4" cstate="print"/>
          <a:srcRect t="39035"/>
          <a:stretch>
            <a:fillRect/>
          </a:stretch>
        </p:blipFill>
        <p:spPr bwMode="auto">
          <a:xfrm>
            <a:off x="752627" y="329608"/>
            <a:ext cx="7843966" cy="2725345"/>
          </a:xfrm>
          <a:prstGeom prst="rect">
            <a:avLst/>
          </a:prstGeom>
          <a:noFill/>
        </p:spPr>
      </p:pic>
      <p:sp>
        <p:nvSpPr>
          <p:cNvPr id="23" name="Rectangle 22"/>
          <p:cNvSpPr>
            <a:spLocks noChangeArrowheads="1"/>
          </p:cNvSpPr>
          <p:nvPr/>
        </p:nvSpPr>
        <p:spPr bwMode="auto">
          <a:xfrm>
            <a:off x="766634" y="-650795"/>
            <a:ext cx="7843966" cy="86638"/>
          </a:xfrm>
          <a:prstGeom prst="rect">
            <a:avLst/>
          </a:prstGeom>
          <a:solidFill>
            <a:schemeClr val="bg1"/>
          </a:solidFill>
          <a:ln w="9525">
            <a:noFill/>
            <a:miter lim="800000"/>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latinLnBrk="1">
              <a:spcBef>
                <a:spcPct val="0"/>
              </a:spcBef>
              <a:spcAft>
                <a:spcPct val="0"/>
              </a:spcAft>
            </a:pPr>
            <a:endParaRPr kumimoji="1" lang="en-US" b="1">
              <a:solidFill>
                <a:srgbClr val="000000"/>
              </a:solidFill>
              <a:cs typeface="Arial" panose="020B0604020202090204" pitchFamily="34" charset="0"/>
            </a:endParaRPr>
          </a:p>
        </p:txBody>
      </p:sp>
      <p:pic>
        <p:nvPicPr>
          <p:cNvPr id="20" name="Picture 19" descr="Dhh1Module-Puf3-Geno"/>
          <p:cNvPicPr>
            <a:picLocks noChangeArrowheads="1"/>
          </p:cNvPicPr>
          <p:nvPr/>
        </p:nvPicPr>
        <p:blipFill>
          <a:blip r:embed="rId5" cstate="print"/>
          <a:srcRect/>
          <a:stretch>
            <a:fillRect/>
          </a:stretch>
        </p:blipFill>
        <p:spPr bwMode="auto">
          <a:xfrm>
            <a:off x="752625" y="3079904"/>
            <a:ext cx="7841631" cy="151014"/>
          </a:xfrm>
          <a:prstGeom prst="rect">
            <a:avLst/>
          </a:prstGeom>
          <a:noFill/>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Text Box 6"/>
          <p:cNvSpPr txBox="1">
            <a:spLocks noChangeArrowheads="1"/>
          </p:cNvSpPr>
          <p:nvPr/>
        </p:nvSpPr>
        <p:spPr bwMode="auto">
          <a:xfrm>
            <a:off x="-92075" y="4866085"/>
            <a:ext cx="1908408" cy="307777"/>
          </a:xfrm>
          <a:prstGeom prst="rect">
            <a:avLst/>
          </a:prstGeom>
          <a:noFill/>
          <a:ln w="9525">
            <a:noFill/>
            <a:miter lim="800000"/>
          </a:ln>
        </p:spPr>
        <p:txBody>
          <a:bodyPr wrap="none">
            <a:spAutoFit/>
          </a:bodyPr>
          <a:lstStyle/>
          <a:p>
            <a:r>
              <a:rPr lang="en-US" sz="1400" dirty="0"/>
              <a:t>[Source: </a:t>
            </a:r>
            <a:r>
              <a:rPr lang="en-US" sz="1400" dirty="0" smtClean="0"/>
              <a:t>Daphne </a:t>
            </a:r>
            <a:r>
              <a:rPr lang="en-US" sz="1400" dirty="0" err="1"/>
              <a:t>Koller</a:t>
            </a:r>
            <a:r>
              <a:rPr lang="en-US" sz="1400" dirty="0"/>
              <a:t>]</a:t>
            </a:r>
            <a:endParaRPr lang="en-US" sz="1400" dirty="0"/>
          </a:p>
        </p:txBody>
      </p:sp>
      <p:sp>
        <p:nvSpPr>
          <p:cNvPr id="32774" name="Text Box 17"/>
          <p:cNvSpPr txBox="1">
            <a:spLocks noChangeArrowheads="1"/>
          </p:cNvSpPr>
          <p:nvPr/>
        </p:nvSpPr>
        <p:spPr bwMode="auto">
          <a:xfrm rot="-5400000">
            <a:off x="-9769" y="1874610"/>
            <a:ext cx="838691" cy="400110"/>
          </a:xfrm>
          <a:prstGeom prst="rect">
            <a:avLst/>
          </a:prstGeom>
          <a:noFill/>
          <a:ln w="9525">
            <a:noFill/>
            <a:miter lim="800000"/>
          </a:ln>
        </p:spPr>
        <p:txBody>
          <a:bodyPr wrap="none">
            <a:spAutoFit/>
          </a:bodyPr>
          <a:lstStyle/>
          <a:p>
            <a:r>
              <a:rPr lang="en-US" sz="2000"/>
              <a:t>Genes</a:t>
            </a:r>
            <a:endParaRPr lang="en-US" sz="2000"/>
          </a:p>
        </p:txBody>
      </p:sp>
      <p:sp>
        <p:nvSpPr>
          <p:cNvPr id="32775" name="Text Box 19"/>
          <p:cNvSpPr txBox="1">
            <a:spLocks noChangeArrowheads="1"/>
          </p:cNvSpPr>
          <p:nvPr/>
        </p:nvSpPr>
        <p:spPr bwMode="auto">
          <a:xfrm>
            <a:off x="3189288" y="3493294"/>
            <a:ext cx="1192955" cy="369332"/>
          </a:xfrm>
          <a:prstGeom prst="rect">
            <a:avLst/>
          </a:prstGeom>
          <a:noFill/>
          <a:ln w="9525">
            <a:noFill/>
            <a:miter lim="800000"/>
          </a:ln>
        </p:spPr>
        <p:txBody>
          <a:bodyPr wrap="none">
            <a:spAutoFit/>
          </a:bodyPr>
          <a:lstStyle/>
          <a:p>
            <a:r>
              <a:rPr lang="en-US"/>
              <a:t>Individuals</a:t>
            </a:r>
            <a:endParaRPr lang="en-US"/>
          </a:p>
        </p:txBody>
      </p:sp>
      <mc:AlternateContent xmlns:mc="http://schemas.openxmlformats.org/markup-compatibility/2006" xmlns:p14="http://schemas.microsoft.com/office/powerpoint/2010/main">
        <mc:Choice Requires="p14">
          <p:contentPart r:id="rId1" p14:bwMode="auto">
            <p14:nvContentPartPr>
              <p14:cNvPr id="3" name="Ink 2"/>
              <p14:cNvContentPartPr/>
              <p14:nvPr/>
            </p14:nvContentPartPr>
            <p14:xfrm>
              <a:off x="120960" y="3133080"/>
              <a:ext cx="350280" cy="236520"/>
            </p14:xfrm>
          </p:contentPart>
        </mc:Choice>
        <mc:Fallback xmlns="">
          <p:pic>
            <p:nvPicPr>
              <p:cNvPr id="3" name="Ink 2"/>
            </p:nvPicPr>
            <p:blipFill>
              <a:blip r:embed="rId2"/>
            </p:blipFill>
            <p:spPr>
              <a:xfrm>
                <a:off x="120960" y="3133080"/>
                <a:ext cx="350280" cy="236520"/>
              </a:xfrm>
              <a:prstGeom prst="rect"/>
            </p:spPr>
          </p:pic>
        </mc:Fallback>
      </mc:AlternateContent>
      <p:pic>
        <p:nvPicPr>
          <p:cNvPr id="18" name="Picture 17" descr="Dhh1Module-Puf3-Express"/>
          <p:cNvPicPr>
            <a:picLocks noChangeArrowheads="1"/>
          </p:cNvPicPr>
          <p:nvPr/>
        </p:nvPicPr>
        <p:blipFill>
          <a:blip r:embed="rId3" cstate="print"/>
          <a:srcRect/>
          <a:stretch>
            <a:fillRect/>
          </a:stretch>
        </p:blipFill>
        <p:spPr bwMode="auto">
          <a:xfrm>
            <a:off x="759630" y="3278191"/>
            <a:ext cx="7836963" cy="152328"/>
          </a:xfrm>
          <a:prstGeom prst="rect">
            <a:avLst/>
          </a:prstGeom>
          <a:noFill/>
        </p:spPr>
      </p:pic>
      <p:pic>
        <p:nvPicPr>
          <p:cNvPr id="22" name="Picture 21" descr="Dhh1Module-BYRM-Genes"/>
          <p:cNvPicPr>
            <a:picLocks noChangeAspect="1" noChangeArrowheads="1"/>
          </p:cNvPicPr>
          <p:nvPr/>
        </p:nvPicPr>
        <p:blipFill rotWithShape="1">
          <a:blip r:embed="rId4" cstate="print"/>
          <a:srcRect t="39035"/>
          <a:stretch>
            <a:fillRect/>
          </a:stretch>
        </p:blipFill>
        <p:spPr bwMode="auto">
          <a:xfrm>
            <a:off x="752627" y="329608"/>
            <a:ext cx="7843966" cy="2725345"/>
          </a:xfrm>
          <a:prstGeom prst="rect">
            <a:avLst/>
          </a:prstGeom>
          <a:noFill/>
        </p:spPr>
      </p:pic>
      <p:sp>
        <p:nvSpPr>
          <p:cNvPr id="23" name="Rectangle 22"/>
          <p:cNvSpPr>
            <a:spLocks noChangeArrowheads="1"/>
          </p:cNvSpPr>
          <p:nvPr/>
        </p:nvSpPr>
        <p:spPr bwMode="auto">
          <a:xfrm>
            <a:off x="766634" y="-650795"/>
            <a:ext cx="7843966" cy="86638"/>
          </a:xfrm>
          <a:prstGeom prst="rect">
            <a:avLst/>
          </a:prstGeom>
          <a:solidFill>
            <a:schemeClr val="bg1"/>
          </a:solidFill>
          <a:ln w="9525">
            <a:noFill/>
            <a:miter lim="800000"/>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latinLnBrk="1">
              <a:spcBef>
                <a:spcPct val="0"/>
              </a:spcBef>
              <a:spcAft>
                <a:spcPct val="0"/>
              </a:spcAft>
            </a:pPr>
            <a:endParaRPr kumimoji="1" lang="en-US" b="1">
              <a:solidFill>
                <a:srgbClr val="000000"/>
              </a:solidFill>
              <a:cs typeface="Arial" panose="020B0604020202090204" pitchFamily="34" charset="0"/>
            </a:endParaRPr>
          </a:p>
        </p:txBody>
      </p:sp>
      <p:pic>
        <p:nvPicPr>
          <p:cNvPr id="20" name="Picture 19" descr="Dhh1Module-Puf3-Geno"/>
          <p:cNvPicPr>
            <a:picLocks noChangeArrowheads="1"/>
          </p:cNvPicPr>
          <p:nvPr/>
        </p:nvPicPr>
        <p:blipFill>
          <a:blip r:embed="rId5" cstate="print"/>
          <a:srcRect/>
          <a:stretch>
            <a:fillRect/>
          </a:stretch>
        </p:blipFill>
        <p:spPr bwMode="auto">
          <a:xfrm>
            <a:off x="752625" y="3079904"/>
            <a:ext cx="7841631" cy="151014"/>
          </a:xfrm>
          <a:prstGeom prst="rect">
            <a:avLst/>
          </a:prstGeom>
          <a:noFill/>
        </p:spPr>
      </p:pic>
      <p:sp>
        <p:nvSpPr>
          <p:cNvPr id="2" name="Left Brace 1"/>
          <p:cNvSpPr/>
          <p:nvPr/>
        </p:nvSpPr>
        <p:spPr>
          <a:xfrm rot="5400000">
            <a:off x="1054731" y="-116647"/>
            <a:ext cx="146935" cy="723130"/>
          </a:xfrm>
          <a:prstGeom prst="leftBrace">
            <a:avLst>
              <a:gd name="adj1" fmla="val 28861"/>
              <a:gd name="adj2" fmla="val 50735"/>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Left Brace 10"/>
          <p:cNvSpPr/>
          <p:nvPr/>
        </p:nvSpPr>
        <p:spPr>
          <a:xfrm rot="5400000">
            <a:off x="1700115" y="-38899"/>
            <a:ext cx="146935" cy="567635"/>
          </a:xfrm>
          <a:prstGeom prst="leftBrace">
            <a:avLst>
              <a:gd name="adj1" fmla="val 28861"/>
              <a:gd name="adj2" fmla="val 50735"/>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Left Brace 12"/>
          <p:cNvSpPr/>
          <p:nvPr/>
        </p:nvSpPr>
        <p:spPr>
          <a:xfrm rot="5400000">
            <a:off x="2267750" y="-39583"/>
            <a:ext cx="146935" cy="567635"/>
          </a:xfrm>
          <a:prstGeom prst="leftBrace">
            <a:avLst>
              <a:gd name="adj1" fmla="val 28861"/>
              <a:gd name="adj2" fmla="val 50735"/>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Left Brace 13"/>
          <p:cNvSpPr/>
          <p:nvPr/>
        </p:nvSpPr>
        <p:spPr>
          <a:xfrm rot="5400000">
            <a:off x="2877349" y="-81548"/>
            <a:ext cx="146935" cy="651565"/>
          </a:xfrm>
          <a:prstGeom prst="leftBrace">
            <a:avLst>
              <a:gd name="adj1" fmla="val 28861"/>
              <a:gd name="adj2" fmla="val 50735"/>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Left Brace 14"/>
          <p:cNvSpPr/>
          <p:nvPr/>
        </p:nvSpPr>
        <p:spPr>
          <a:xfrm rot="5400000">
            <a:off x="3736531" y="-289166"/>
            <a:ext cx="146935" cy="1066801"/>
          </a:xfrm>
          <a:prstGeom prst="leftBrace">
            <a:avLst>
              <a:gd name="adj1" fmla="val 28861"/>
              <a:gd name="adj2" fmla="val 50735"/>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Left Brace 15"/>
          <p:cNvSpPr/>
          <p:nvPr/>
        </p:nvSpPr>
        <p:spPr>
          <a:xfrm rot="5400000">
            <a:off x="4765232" y="-251066"/>
            <a:ext cx="146935" cy="990600"/>
          </a:xfrm>
          <a:prstGeom prst="leftBrace">
            <a:avLst>
              <a:gd name="adj1" fmla="val 28861"/>
              <a:gd name="adj2" fmla="val 50735"/>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Left Brace 16"/>
          <p:cNvSpPr/>
          <p:nvPr/>
        </p:nvSpPr>
        <p:spPr>
          <a:xfrm rot="5400000">
            <a:off x="5988006" y="-476093"/>
            <a:ext cx="146935" cy="1440656"/>
          </a:xfrm>
          <a:prstGeom prst="leftBrace">
            <a:avLst>
              <a:gd name="adj1" fmla="val 28861"/>
              <a:gd name="adj2" fmla="val 50735"/>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Left Brace 20"/>
          <p:cNvSpPr/>
          <p:nvPr/>
        </p:nvSpPr>
        <p:spPr>
          <a:xfrm rot="5400000">
            <a:off x="7614561" y="-661309"/>
            <a:ext cx="146935" cy="1812457"/>
          </a:xfrm>
          <a:prstGeom prst="leftBrace">
            <a:avLst>
              <a:gd name="adj1" fmla="val 28861"/>
              <a:gd name="adj2" fmla="val 50735"/>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9" name="Picture 88"/>
          <p:cNvPicPr>
            <a:picLocks noChangeAspect="1" noChangeArrowheads="1"/>
          </p:cNvPicPr>
          <p:nvPr/>
        </p:nvPicPr>
        <p:blipFill>
          <a:blip r:embed="rId2" cstate="print"/>
          <a:srcRect/>
          <a:stretch>
            <a:fillRect/>
          </a:stretch>
        </p:blipFill>
        <p:spPr bwMode="auto">
          <a:xfrm>
            <a:off x="457200" y="209550"/>
            <a:ext cx="1758950" cy="1757363"/>
          </a:xfrm>
          <a:prstGeom prst="rect">
            <a:avLst/>
          </a:prstGeom>
          <a:noFill/>
          <a:ln w="9525">
            <a:noFill/>
            <a:miter lim="800000"/>
            <a:headEnd/>
            <a:tailEnd/>
          </a:ln>
        </p:spPr>
      </p:pic>
      <p:pic>
        <p:nvPicPr>
          <p:cNvPr id="39940" name="Picture 89"/>
          <p:cNvPicPr>
            <a:picLocks noChangeAspect="1" noChangeArrowheads="1"/>
          </p:cNvPicPr>
          <p:nvPr/>
        </p:nvPicPr>
        <p:blipFill>
          <a:blip r:embed="rId3" cstate="print"/>
          <a:srcRect/>
          <a:stretch>
            <a:fillRect/>
          </a:stretch>
        </p:blipFill>
        <p:spPr bwMode="auto">
          <a:xfrm>
            <a:off x="2338387" y="209550"/>
            <a:ext cx="1758950" cy="1757363"/>
          </a:xfrm>
          <a:prstGeom prst="rect">
            <a:avLst/>
          </a:prstGeom>
          <a:noFill/>
          <a:ln w="9525">
            <a:noFill/>
            <a:miter lim="800000"/>
            <a:headEnd/>
            <a:tailEnd/>
          </a:ln>
        </p:spPr>
      </p:pic>
      <p:sp>
        <p:nvSpPr>
          <p:cNvPr id="39941" name="Text Box 90"/>
          <p:cNvSpPr txBox="1">
            <a:spLocks noChangeArrowheads="1"/>
          </p:cNvSpPr>
          <p:nvPr/>
        </p:nvSpPr>
        <p:spPr bwMode="auto">
          <a:xfrm>
            <a:off x="635000" y="2122361"/>
            <a:ext cx="3187700" cy="369332"/>
          </a:xfrm>
          <a:prstGeom prst="rect">
            <a:avLst/>
          </a:prstGeom>
          <a:noFill/>
          <a:ln w="9525">
            <a:noFill/>
            <a:miter lim="800000"/>
          </a:ln>
        </p:spPr>
        <p:txBody>
          <a:bodyPr>
            <a:spAutoFit/>
          </a:bodyPr>
          <a:lstStyle/>
          <a:p>
            <a:pPr algn="ctr"/>
            <a:r>
              <a:rPr lang="en-US" dirty="0"/>
              <a:t>Organize computing clusters</a:t>
            </a:r>
            <a:endParaRPr lang="en-US" dirty="0"/>
          </a:p>
        </p:txBody>
      </p:sp>
      <p:sp>
        <p:nvSpPr>
          <p:cNvPr id="39942" name="Text Box 91"/>
          <p:cNvSpPr txBox="1">
            <a:spLocks noChangeArrowheads="1"/>
          </p:cNvSpPr>
          <p:nvPr/>
        </p:nvSpPr>
        <p:spPr bwMode="auto">
          <a:xfrm>
            <a:off x="5447314" y="2114550"/>
            <a:ext cx="2687637" cy="369332"/>
          </a:xfrm>
          <a:prstGeom prst="rect">
            <a:avLst/>
          </a:prstGeom>
          <a:noFill/>
          <a:ln w="9525">
            <a:noFill/>
            <a:miter lim="800000"/>
          </a:ln>
        </p:spPr>
        <p:txBody>
          <a:bodyPr>
            <a:spAutoFit/>
          </a:bodyPr>
          <a:lstStyle/>
          <a:p>
            <a:pPr algn="ctr"/>
            <a:r>
              <a:rPr lang="en-US" dirty="0"/>
              <a:t>Social network analysis</a:t>
            </a:r>
            <a:endParaRPr lang="en-US" dirty="0"/>
          </a:p>
        </p:txBody>
      </p:sp>
      <p:grpSp>
        <p:nvGrpSpPr>
          <p:cNvPr id="3" name="Group 118"/>
          <p:cNvGrpSpPr/>
          <p:nvPr/>
        </p:nvGrpSpPr>
        <p:grpSpPr bwMode="auto">
          <a:xfrm>
            <a:off x="4840289" y="2600325"/>
            <a:ext cx="3609975" cy="2035968"/>
            <a:chOff x="243" y="2112"/>
            <a:chExt cx="2274" cy="1710"/>
          </a:xfrm>
        </p:grpSpPr>
        <p:pic>
          <p:nvPicPr>
            <p:cNvPr id="40114" name="Picture 92"/>
            <p:cNvPicPr>
              <a:picLocks noChangeAspect="1" noChangeArrowheads="1"/>
            </p:cNvPicPr>
            <p:nvPr/>
          </p:nvPicPr>
          <p:blipFill>
            <a:blip r:embed="rId4" cstate="print"/>
            <a:srcRect/>
            <a:stretch>
              <a:fillRect/>
            </a:stretch>
          </p:blipFill>
          <p:spPr bwMode="auto">
            <a:xfrm>
              <a:off x="243" y="2112"/>
              <a:ext cx="2274" cy="1706"/>
            </a:xfrm>
            <a:prstGeom prst="rect">
              <a:avLst/>
            </a:prstGeom>
            <a:noFill/>
            <a:ln w="9525">
              <a:noFill/>
              <a:miter lim="800000"/>
              <a:headEnd/>
              <a:tailEnd/>
            </a:ln>
          </p:spPr>
        </p:pic>
        <p:sp>
          <p:nvSpPr>
            <p:cNvPr id="40115" name="Rectangle 94"/>
            <p:cNvSpPr>
              <a:spLocks noChangeArrowheads="1"/>
            </p:cNvSpPr>
            <p:nvPr/>
          </p:nvSpPr>
          <p:spPr bwMode="auto">
            <a:xfrm>
              <a:off x="255" y="3732"/>
              <a:ext cx="1775" cy="90"/>
            </a:xfrm>
            <a:prstGeom prst="rect">
              <a:avLst/>
            </a:prstGeom>
            <a:solidFill>
              <a:schemeClr val="bg1">
                <a:alpha val="50195"/>
              </a:schemeClr>
            </a:solidFill>
            <a:ln w="9525">
              <a:noFill/>
              <a:miter lim="800000"/>
            </a:ln>
          </p:spPr>
          <p:txBody>
            <a:bodyPr wrap="none" lIns="0" tIns="0" rIns="0" bIns="0">
              <a:spAutoFit/>
            </a:bodyPr>
            <a:lstStyle/>
            <a:p>
              <a:r>
                <a:rPr lang="en-US" sz="700" dirty="0"/>
                <a:t>Image credit: NASA/JPL-Caltech/E. </a:t>
              </a:r>
              <a:r>
                <a:rPr lang="en-US" sz="700" dirty="0" err="1"/>
                <a:t>Churchwell</a:t>
              </a:r>
              <a:r>
                <a:rPr lang="en-US" sz="700" dirty="0"/>
                <a:t> (Univ. of Wisconsin, Madison) </a:t>
              </a:r>
              <a:endParaRPr lang="en-US" sz="700" dirty="0"/>
            </a:p>
          </p:txBody>
        </p:sp>
      </p:grpSp>
      <p:sp>
        <p:nvSpPr>
          <p:cNvPr id="39944" name="Text Box 95"/>
          <p:cNvSpPr txBox="1">
            <a:spLocks noChangeArrowheads="1"/>
          </p:cNvSpPr>
          <p:nvPr/>
        </p:nvSpPr>
        <p:spPr bwMode="auto">
          <a:xfrm>
            <a:off x="5205413" y="4674394"/>
            <a:ext cx="3187700" cy="369332"/>
          </a:xfrm>
          <a:prstGeom prst="rect">
            <a:avLst/>
          </a:prstGeom>
          <a:noFill/>
          <a:ln w="9525">
            <a:noFill/>
            <a:miter lim="800000"/>
          </a:ln>
        </p:spPr>
        <p:txBody>
          <a:bodyPr>
            <a:spAutoFit/>
          </a:bodyPr>
          <a:lstStyle/>
          <a:p>
            <a:pPr algn="ctr"/>
            <a:r>
              <a:rPr lang="en-US" dirty="0"/>
              <a:t>Astronomical data analysis</a:t>
            </a:r>
            <a:endParaRPr lang="en-US" dirty="0"/>
          </a:p>
        </p:txBody>
      </p:sp>
      <p:sp>
        <p:nvSpPr>
          <p:cNvPr id="39966" name="Text Box 280"/>
          <p:cNvSpPr txBox="1">
            <a:spLocks noChangeArrowheads="1"/>
          </p:cNvSpPr>
          <p:nvPr/>
        </p:nvSpPr>
        <p:spPr bwMode="auto">
          <a:xfrm>
            <a:off x="908796" y="4645819"/>
            <a:ext cx="2687638" cy="369332"/>
          </a:xfrm>
          <a:prstGeom prst="rect">
            <a:avLst/>
          </a:prstGeom>
          <a:noFill/>
          <a:ln w="9525">
            <a:noFill/>
            <a:miter lim="800000"/>
          </a:ln>
        </p:spPr>
        <p:txBody>
          <a:bodyPr>
            <a:spAutoFit/>
          </a:bodyPr>
          <a:lstStyle/>
          <a:p>
            <a:pPr algn="ctr"/>
            <a:r>
              <a:rPr lang="en-US" dirty="0"/>
              <a:t>Market segmentation</a:t>
            </a:r>
            <a:endParaRPr lang="en-US" dirty="0"/>
          </a:p>
        </p:txBody>
      </p:sp>
      <p:grpSp>
        <p:nvGrpSpPr>
          <p:cNvPr id="29" name="Group 28"/>
          <p:cNvGrpSpPr/>
          <p:nvPr/>
        </p:nvGrpSpPr>
        <p:grpSpPr>
          <a:xfrm>
            <a:off x="457200" y="2114550"/>
            <a:ext cx="3722778" cy="3661371"/>
            <a:chOff x="330111" y="1807705"/>
            <a:chExt cx="4016551" cy="3950298"/>
          </a:xfrm>
        </p:grpSpPr>
        <p:graphicFrame>
          <p:nvGraphicFramePr>
            <p:cNvPr id="28" name="Chart 27"/>
            <p:cNvGraphicFramePr/>
            <p:nvPr/>
          </p:nvGraphicFramePr>
          <p:xfrm>
            <a:off x="330111" y="1807705"/>
            <a:ext cx="4016551" cy="3950298"/>
          </p:xfrm>
          <a:graphic>
            <a:graphicData uri="http://schemas.openxmlformats.org/drawingml/2006/chart">
              <c:chart xmlns:c="http://schemas.openxmlformats.org/drawingml/2006/chart" xmlns:r="http://schemas.openxmlformats.org/officeDocument/2006/relationships" r:id="rId1"/>
            </a:graphicData>
          </a:graphic>
        </p:graphicFrame>
        <p:pic>
          <p:nvPicPr>
            <p:cNvPr id="2050" name="Picture 2"/>
            <p:cNvPicPr>
              <a:picLocks noChangeAspect="1" noChangeArrowheads="1"/>
            </p:cNvPicPr>
            <p:nvPr/>
          </p:nvPicPr>
          <p:blipFill>
            <a:blip r:embed="rId5" cstate="print">
              <a:extLst>
                <a:ext uri="{BEBA8EAE-BF5A-486C-A8C5-ECC9F3942E4B}">
                  <a14:imgProps xmlns:a14="http://schemas.microsoft.com/office/drawing/2010/main">
                    <a14:imgLayer r:embed="rId6">
                      <a14:imgEffect>
                        <a14:backgroundRemoval t="10000" b="90000" l="10000" r="90000">
                          <a14:foregroundMark x1="42593" y1="19467" x2="42593" y2="19467"/>
                        </a14:backgroundRemoval>
                      </a14:imgEffect>
                    </a14:imgLayer>
                  </a14:imgProps>
                </a:ext>
                <a:ext uri="{28A0092B-C50C-407E-A947-70E740481C1C}">
                  <a14:useLocalDpi xmlns:a14="http://schemas.microsoft.com/office/drawing/2010/main" val="0"/>
                </a:ext>
              </a:extLst>
            </a:blip>
            <a:srcRect/>
            <a:stretch>
              <a:fillRect/>
            </a:stretch>
          </p:blipFill>
          <p:spPr bwMode="auto">
            <a:xfrm>
              <a:off x="2686146" y="2475958"/>
              <a:ext cx="397730" cy="63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6" name="Picture 2"/>
            <p:cNvPicPr>
              <a:picLocks noChangeAspect="1" noChangeArrowheads="1"/>
            </p:cNvPicPr>
            <p:nvPr/>
          </p:nvPicPr>
          <p:blipFill>
            <a:blip r:embed="rId7" cstate="print">
              <a:extLst>
                <a:ext uri="{BEBA8EAE-BF5A-486C-A8C5-ECC9F3942E4B}">
                  <a14:imgProps xmlns:a14="http://schemas.microsoft.com/office/drawing/2010/main">
                    <a14:imgLayer r:embed="rId8">
                      <a14:imgEffect>
                        <a14:backgroundRemoval t="10000" b="90000" l="10000" r="90000">
                          <a14:foregroundMark x1="42593" y1="19467" x2="42593" y2="19467"/>
                        </a14:backgroundRemoval>
                      </a14:imgEffect>
                    </a14:imgLayer>
                  </a14:imgProps>
                </a:ext>
                <a:ext uri="{28A0092B-C50C-407E-A947-70E740481C1C}">
                  <a14:useLocalDpi xmlns:a14="http://schemas.microsoft.com/office/drawing/2010/main" val="0"/>
                </a:ext>
              </a:extLst>
            </a:blip>
            <a:srcRect/>
            <a:stretch>
              <a:fillRect/>
            </a:stretch>
          </p:blipFill>
          <p:spPr bwMode="auto">
            <a:xfrm>
              <a:off x="2370661" y="2296433"/>
              <a:ext cx="397730" cy="63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7" name="Picture 2"/>
            <p:cNvPicPr>
              <a:picLocks noChangeAspect="1" noChangeArrowheads="1"/>
            </p:cNvPicPr>
            <p:nvPr/>
          </p:nvPicPr>
          <p:blipFill>
            <a:blip r:embed="rId7" cstate="print">
              <a:extLst>
                <a:ext uri="{BEBA8EAE-BF5A-486C-A8C5-ECC9F3942E4B}">
                  <a14:imgProps xmlns:a14="http://schemas.microsoft.com/office/drawing/2010/main">
                    <a14:imgLayer r:embed="rId8">
                      <a14:imgEffect>
                        <a14:backgroundRemoval t="10000" b="90000" l="10000" r="90000">
                          <a14:foregroundMark x1="42593" y1="19467" x2="42593" y2="19467"/>
                        </a14:backgroundRemoval>
                      </a14:imgEffect>
                    </a14:imgLayer>
                  </a14:imgProps>
                </a:ext>
                <a:ext uri="{28A0092B-C50C-407E-A947-70E740481C1C}">
                  <a14:useLocalDpi xmlns:a14="http://schemas.microsoft.com/office/drawing/2010/main" val="0"/>
                </a:ext>
              </a:extLst>
            </a:blip>
            <a:srcRect/>
            <a:stretch>
              <a:fillRect/>
            </a:stretch>
          </p:blipFill>
          <p:spPr bwMode="auto">
            <a:xfrm>
              <a:off x="2303226" y="2584708"/>
              <a:ext cx="397730" cy="63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8" name="Picture 2"/>
            <p:cNvPicPr>
              <a:picLocks noChangeAspect="1" noChangeArrowheads="1"/>
            </p:cNvPicPr>
            <p:nvPr/>
          </p:nvPicPr>
          <p:blipFill>
            <a:blip r:embed="rId5" cstate="print">
              <a:duotone>
                <a:prstClr val="black"/>
                <a:srgbClr val="C00000">
                  <a:tint val="45000"/>
                  <a:satMod val="400000"/>
                </a:srgbClr>
              </a:duotone>
              <a:extLst>
                <a:ext uri="{BEBA8EAE-BF5A-486C-A8C5-ECC9F3942E4B}">
                  <a14:imgProps xmlns:a14="http://schemas.microsoft.com/office/drawing/2010/main">
                    <a14:imgLayer r:embed="rId6">
                      <a14:imgEffect>
                        <a14:backgroundRemoval t="10000" b="90000" l="10000" r="90000">
                          <a14:foregroundMark x1="42593" y1="19467" x2="42593" y2="19467"/>
                        </a14:backgroundRemoval>
                      </a14:imgEffect>
                    </a14:imgLayer>
                  </a14:imgProps>
                </a:ext>
                <a:ext uri="{28A0092B-C50C-407E-A947-70E740481C1C}">
                  <a14:useLocalDpi xmlns:a14="http://schemas.microsoft.com/office/drawing/2010/main" val="0"/>
                </a:ext>
              </a:extLst>
            </a:blip>
            <a:srcRect/>
            <a:stretch>
              <a:fillRect/>
            </a:stretch>
          </p:blipFill>
          <p:spPr bwMode="auto">
            <a:xfrm>
              <a:off x="1133239" y="3298029"/>
              <a:ext cx="397730" cy="63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0" name="Picture 2"/>
            <p:cNvPicPr>
              <a:picLocks noChangeAspect="1" noChangeArrowheads="1"/>
            </p:cNvPicPr>
            <p:nvPr/>
          </p:nvPicPr>
          <p:blipFill>
            <a:blip r:embed="rId5" cstate="print">
              <a:duotone>
                <a:prstClr val="black"/>
                <a:srgbClr val="C00000">
                  <a:tint val="45000"/>
                  <a:satMod val="400000"/>
                </a:srgbClr>
              </a:duotone>
              <a:extLst>
                <a:ext uri="{BEBA8EAE-BF5A-486C-A8C5-ECC9F3942E4B}">
                  <a14:imgProps xmlns:a14="http://schemas.microsoft.com/office/drawing/2010/main">
                    <a14:imgLayer r:embed="rId6">
                      <a14:imgEffect>
                        <a14:backgroundRemoval t="10000" b="90000" l="10000" r="90000">
                          <a14:foregroundMark x1="42593" y1="19467" x2="42593" y2="19467"/>
                        </a14:backgroundRemoval>
                      </a14:imgEffect>
                    </a14:imgLayer>
                  </a14:imgProps>
                </a:ext>
                <a:ext uri="{28A0092B-C50C-407E-A947-70E740481C1C}">
                  <a14:useLocalDpi xmlns:a14="http://schemas.microsoft.com/office/drawing/2010/main" val="0"/>
                </a:ext>
              </a:extLst>
            </a:blip>
            <a:srcRect/>
            <a:stretch>
              <a:fillRect/>
            </a:stretch>
          </p:blipFill>
          <p:spPr bwMode="auto">
            <a:xfrm>
              <a:off x="2971800" y="3149213"/>
              <a:ext cx="397730" cy="63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1" name="Picture 2"/>
            <p:cNvPicPr>
              <a:picLocks noChangeAspect="1" noChangeArrowheads="1"/>
            </p:cNvPicPr>
            <p:nvPr/>
          </p:nvPicPr>
          <p:blipFill>
            <a:blip r:embed="rId5" cstate="print">
              <a:duotone>
                <a:prstClr val="black"/>
                <a:srgbClr val="C00000">
                  <a:tint val="45000"/>
                  <a:satMod val="400000"/>
                </a:srgbClr>
              </a:duotone>
              <a:extLst>
                <a:ext uri="{BEBA8EAE-BF5A-486C-A8C5-ECC9F3942E4B}">
                  <a14:imgProps xmlns:a14="http://schemas.microsoft.com/office/drawing/2010/main">
                    <a14:imgLayer r:embed="rId6">
                      <a14:imgEffect>
                        <a14:backgroundRemoval t="10000" b="90000" l="10000" r="90000">
                          <a14:foregroundMark x1="42593" y1="19467" x2="42593" y2="19467"/>
                        </a14:backgroundRemoval>
                      </a14:imgEffect>
                    </a14:imgLayer>
                  </a14:imgProps>
                </a:ext>
                <a:ext uri="{28A0092B-C50C-407E-A947-70E740481C1C}">
                  <a14:useLocalDpi xmlns:a14="http://schemas.microsoft.com/office/drawing/2010/main" val="0"/>
                </a:ext>
              </a:extLst>
            </a:blip>
            <a:srcRect/>
            <a:stretch>
              <a:fillRect/>
            </a:stretch>
          </p:blipFill>
          <p:spPr bwMode="auto">
            <a:xfrm>
              <a:off x="1654497" y="3149214"/>
              <a:ext cx="397730" cy="63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2" name="Picture 2"/>
            <p:cNvPicPr>
              <a:picLocks noChangeAspect="1" noChangeArrowheads="1"/>
            </p:cNvPicPr>
            <p:nvPr/>
          </p:nvPicPr>
          <p:blipFill>
            <a:blip r:embed="rId5" cstate="print">
              <a:duotone>
                <a:prstClr val="black"/>
                <a:srgbClr val="C00000">
                  <a:tint val="45000"/>
                  <a:satMod val="400000"/>
                </a:srgbClr>
              </a:duotone>
              <a:extLst>
                <a:ext uri="{BEBA8EAE-BF5A-486C-A8C5-ECC9F3942E4B}">
                  <a14:imgProps xmlns:a14="http://schemas.microsoft.com/office/drawing/2010/main">
                    <a14:imgLayer r:embed="rId6">
                      <a14:imgEffect>
                        <a14:backgroundRemoval t="10000" b="90000" l="10000" r="90000">
                          <a14:foregroundMark x1="42593" y1="19467" x2="42593" y2="19467"/>
                        </a14:backgroundRemoval>
                      </a14:imgEffect>
                    </a14:imgLayer>
                  </a14:imgProps>
                </a:ext>
                <a:ext uri="{28A0092B-C50C-407E-A947-70E740481C1C}">
                  <a14:useLocalDpi xmlns:a14="http://schemas.microsoft.com/office/drawing/2010/main" val="0"/>
                </a:ext>
              </a:extLst>
            </a:blip>
            <a:srcRect/>
            <a:stretch>
              <a:fillRect/>
            </a:stretch>
          </p:blipFill>
          <p:spPr bwMode="auto">
            <a:xfrm>
              <a:off x="1951534" y="3333750"/>
              <a:ext cx="397730" cy="63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3" name="Picture 2"/>
            <p:cNvPicPr>
              <a:picLocks noChangeAspect="1" noChangeArrowheads="1"/>
            </p:cNvPicPr>
            <p:nvPr/>
          </p:nvPicPr>
          <p:blipFill>
            <a:blip r:embed="rId5" cstate="print">
              <a:duotone>
                <a:prstClr val="black"/>
                <a:srgbClr val="C00000">
                  <a:tint val="45000"/>
                  <a:satMod val="400000"/>
                </a:srgbClr>
              </a:duotone>
              <a:extLst>
                <a:ext uri="{BEBA8EAE-BF5A-486C-A8C5-ECC9F3942E4B}">
                  <a14:imgProps xmlns:a14="http://schemas.microsoft.com/office/drawing/2010/main">
                    <a14:imgLayer r:embed="rId6">
                      <a14:imgEffect>
                        <a14:backgroundRemoval t="10000" b="90000" l="10000" r="90000">
                          <a14:foregroundMark x1="42593" y1="19467" x2="42593" y2="19467"/>
                        </a14:backgroundRemoval>
                      </a14:imgEffect>
                    </a14:imgLayer>
                  </a14:imgProps>
                </a:ext>
                <a:ext uri="{28A0092B-C50C-407E-A947-70E740481C1C}">
                  <a14:useLocalDpi xmlns:a14="http://schemas.microsoft.com/office/drawing/2010/main" val="0"/>
                </a:ext>
              </a:extLst>
            </a:blip>
            <a:srcRect/>
            <a:stretch>
              <a:fillRect/>
            </a:stretch>
          </p:blipFill>
          <p:spPr bwMode="auto">
            <a:xfrm>
              <a:off x="2487281" y="3235850"/>
              <a:ext cx="397730" cy="63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4" name="Picture 2"/>
            <p:cNvPicPr>
              <a:picLocks noChangeAspect="1" noChangeArrowheads="1"/>
            </p:cNvPicPr>
            <p:nvPr/>
          </p:nvPicPr>
          <p:blipFill>
            <a:blip r:embed="rId5" cstate="print">
              <a:duotone>
                <a:prstClr val="black"/>
                <a:srgbClr val="C00000">
                  <a:tint val="45000"/>
                  <a:satMod val="400000"/>
                </a:srgbClr>
              </a:duotone>
              <a:extLst>
                <a:ext uri="{BEBA8EAE-BF5A-486C-A8C5-ECC9F3942E4B}">
                  <a14:imgProps xmlns:a14="http://schemas.microsoft.com/office/drawing/2010/main">
                    <a14:imgLayer r:embed="rId6">
                      <a14:imgEffect>
                        <a14:backgroundRemoval t="10000" b="90000" l="10000" r="90000">
                          <a14:foregroundMark x1="42593" y1="19467" x2="42593" y2="19467"/>
                        </a14:backgroundRemoval>
                      </a14:imgEffect>
                    </a14:imgLayer>
                  </a14:imgProps>
                </a:ext>
                <a:ext uri="{28A0092B-C50C-407E-A947-70E740481C1C}">
                  <a14:useLocalDpi xmlns:a14="http://schemas.microsoft.com/office/drawing/2010/main" val="0"/>
                </a:ext>
              </a:extLst>
            </a:blip>
            <a:srcRect/>
            <a:stretch>
              <a:fillRect/>
            </a:stretch>
          </p:blipFill>
          <p:spPr bwMode="auto">
            <a:xfrm>
              <a:off x="2078909" y="3562350"/>
              <a:ext cx="397730" cy="63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5" name="Picture 2"/>
            <p:cNvPicPr>
              <a:picLocks noChangeAspect="1" noChangeArrowheads="1"/>
            </p:cNvPicPr>
            <p:nvPr/>
          </p:nvPicPr>
          <p:blipFill>
            <a:blip r:embed="rId5" cstate="print">
              <a:duotone>
                <a:prstClr val="black"/>
                <a:srgbClr val="C00000">
                  <a:tint val="45000"/>
                  <a:satMod val="400000"/>
                </a:srgbClr>
              </a:duotone>
              <a:extLst>
                <a:ext uri="{BEBA8EAE-BF5A-486C-A8C5-ECC9F3942E4B}">
                  <a14:imgProps xmlns:a14="http://schemas.microsoft.com/office/drawing/2010/main">
                    <a14:imgLayer r:embed="rId6">
                      <a14:imgEffect>
                        <a14:backgroundRemoval t="10000" b="90000" l="10000" r="90000">
                          <a14:foregroundMark x1="42593" y1="19467" x2="42593" y2="19467"/>
                        </a14:backgroundRemoval>
                      </a14:imgEffect>
                    </a14:imgLayer>
                  </a14:imgProps>
                </a:ext>
                <a:ext uri="{28A0092B-C50C-407E-A947-70E740481C1C}">
                  <a14:useLocalDpi xmlns:a14="http://schemas.microsoft.com/office/drawing/2010/main" val="0"/>
                </a:ext>
              </a:extLst>
            </a:blip>
            <a:srcRect/>
            <a:stretch>
              <a:fillRect/>
            </a:stretch>
          </p:blipFill>
          <p:spPr bwMode="auto">
            <a:xfrm>
              <a:off x="1447800" y="3505077"/>
              <a:ext cx="397730" cy="63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7" name="Picture 2"/>
            <p:cNvPicPr>
              <a:picLocks noChangeAspect="1" noChangeArrowheads="1"/>
            </p:cNvPicPr>
            <p:nvPr/>
          </p:nvPicPr>
          <p:blipFill>
            <a:blip r:embed="rId5" cstate="print">
              <a:duotone>
                <a:prstClr val="black"/>
                <a:schemeClr val="accent3">
                  <a:lumMod val="75000"/>
                  <a:tint val="45000"/>
                  <a:satMod val="400000"/>
                </a:schemeClr>
              </a:duotone>
              <a:extLst>
                <a:ext uri="{BEBA8EAE-BF5A-486C-A8C5-ECC9F3942E4B}">
                  <a14:imgProps xmlns:a14="http://schemas.microsoft.com/office/drawing/2010/main">
                    <a14:imgLayer r:embed="rId6">
                      <a14:imgEffect>
                        <a14:backgroundRemoval t="10000" b="90000" l="10000" r="90000">
                          <a14:foregroundMark x1="42593" y1="19467" x2="42593" y2="19467"/>
                        </a14:backgroundRemoval>
                      </a14:imgEffect>
                    </a14:imgLayer>
                  </a14:imgProps>
                </a:ext>
                <a:ext uri="{28A0092B-C50C-407E-A947-70E740481C1C}">
                  <a14:useLocalDpi xmlns:a14="http://schemas.microsoft.com/office/drawing/2010/main" val="0"/>
                </a:ext>
              </a:extLst>
            </a:blip>
            <a:srcRect/>
            <a:stretch>
              <a:fillRect/>
            </a:stretch>
          </p:blipFill>
          <p:spPr bwMode="auto">
            <a:xfrm>
              <a:off x="1676400" y="2343150"/>
              <a:ext cx="397730" cy="63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8" name="Picture 2"/>
            <p:cNvPicPr>
              <a:picLocks noChangeAspect="1" noChangeArrowheads="1"/>
            </p:cNvPicPr>
            <p:nvPr/>
          </p:nvPicPr>
          <p:blipFill>
            <a:blip r:embed="rId5" cstate="print">
              <a:duotone>
                <a:prstClr val="black"/>
                <a:schemeClr val="accent3">
                  <a:lumMod val="75000"/>
                  <a:tint val="45000"/>
                  <a:satMod val="400000"/>
                </a:schemeClr>
              </a:duotone>
              <a:extLst>
                <a:ext uri="{BEBA8EAE-BF5A-486C-A8C5-ECC9F3942E4B}">
                  <a14:imgProps xmlns:a14="http://schemas.microsoft.com/office/drawing/2010/main">
                    <a14:imgLayer r:embed="rId6">
                      <a14:imgEffect>
                        <a14:backgroundRemoval t="10000" b="90000" l="10000" r="90000">
                          <a14:foregroundMark x1="42593" y1="19467" x2="42593" y2="19467"/>
                        </a14:backgroundRemoval>
                      </a14:imgEffect>
                    </a14:imgLayer>
                  </a14:imgProps>
                </a:ext>
                <a:ext uri="{28A0092B-C50C-407E-A947-70E740481C1C}">
                  <a14:useLocalDpi xmlns:a14="http://schemas.microsoft.com/office/drawing/2010/main" val="0"/>
                </a:ext>
              </a:extLst>
            </a:blip>
            <a:srcRect/>
            <a:stretch>
              <a:fillRect/>
            </a:stretch>
          </p:blipFill>
          <p:spPr bwMode="auto">
            <a:xfrm>
              <a:off x="1143000" y="2419350"/>
              <a:ext cx="397730" cy="63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9" name="Picture 2"/>
            <p:cNvPicPr>
              <a:picLocks noChangeAspect="1" noChangeArrowheads="1"/>
            </p:cNvPicPr>
            <p:nvPr/>
          </p:nvPicPr>
          <p:blipFill>
            <a:blip r:embed="rId5" cstate="print">
              <a:duotone>
                <a:prstClr val="black"/>
                <a:schemeClr val="accent3">
                  <a:lumMod val="75000"/>
                  <a:tint val="45000"/>
                  <a:satMod val="400000"/>
                </a:schemeClr>
              </a:duotone>
              <a:extLst>
                <a:ext uri="{BEBA8EAE-BF5A-486C-A8C5-ECC9F3942E4B}">
                  <a14:imgProps xmlns:a14="http://schemas.microsoft.com/office/drawing/2010/main">
                    <a14:imgLayer r:embed="rId6">
                      <a14:imgEffect>
                        <a14:backgroundRemoval t="10000" b="90000" l="10000" r="90000">
                          <a14:foregroundMark x1="42593" y1="19467" x2="42593" y2="19467"/>
                        </a14:backgroundRemoval>
                      </a14:imgEffect>
                    </a14:imgLayer>
                  </a14:imgProps>
                </a:ext>
                <a:ext uri="{28A0092B-C50C-407E-A947-70E740481C1C}">
                  <a14:useLocalDpi xmlns:a14="http://schemas.microsoft.com/office/drawing/2010/main" val="0"/>
                </a:ext>
              </a:extLst>
            </a:blip>
            <a:srcRect/>
            <a:stretch>
              <a:fillRect/>
            </a:stretch>
          </p:blipFill>
          <p:spPr bwMode="auto">
            <a:xfrm>
              <a:off x="1490026" y="2634604"/>
              <a:ext cx="397730" cy="63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0" name="Picture 2"/>
            <p:cNvPicPr>
              <a:picLocks noChangeAspect="1" noChangeArrowheads="1"/>
            </p:cNvPicPr>
            <p:nvPr/>
          </p:nvPicPr>
          <p:blipFill>
            <a:blip r:embed="rId5" cstate="print">
              <a:duotone>
                <a:prstClr val="black"/>
                <a:schemeClr val="accent3">
                  <a:lumMod val="75000"/>
                  <a:tint val="45000"/>
                  <a:satMod val="400000"/>
                </a:schemeClr>
              </a:duotone>
              <a:extLst>
                <a:ext uri="{BEBA8EAE-BF5A-486C-A8C5-ECC9F3942E4B}">
                  <a14:imgProps xmlns:a14="http://schemas.microsoft.com/office/drawing/2010/main">
                    <a14:imgLayer r:embed="rId6">
                      <a14:imgEffect>
                        <a14:backgroundRemoval t="10000" b="90000" l="10000" r="90000">
                          <a14:foregroundMark x1="42593" y1="19467" x2="42593" y2="19467"/>
                        </a14:backgroundRemoval>
                      </a14:imgEffect>
                    </a14:imgLayer>
                  </a14:imgProps>
                </a:ext>
                <a:ext uri="{28A0092B-C50C-407E-A947-70E740481C1C}">
                  <a14:useLocalDpi xmlns:a14="http://schemas.microsoft.com/office/drawing/2010/main" val="0"/>
                </a:ext>
              </a:extLst>
            </a:blip>
            <a:srcRect/>
            <a:stretch>
              <a:fillRect/>
            </a:stretch>
          </p:blipFill>
          <p:spPr bwMode="auto">
            <a:xfrm>
              <a:off x="1092296" y="2600325"/>
              <a:ext cx="397730" cy="63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2" name="Picture 2"/>
            <p:cNvPicPr>
              <a:picLocks noChangeAspect="1" noChangeArrowheads="1"/>
            </p:cNvPicPr>
            <p:nvPr/>
          </p:nvPicPr>
          <p:blipFill>
            <a:blip r:embed="rId5" cstate="print">
              <a:duotone>
                <a:prstClr val="black"/>
                <a:srgbClr val="C00000">
                  <a:tint val="45000"/>
                  <a:satMod val="400000"/>
                </a:srgbClr>
              </a:duotone>
              <a:extLst>
                <a:ext uri="{BEBA8EAE-BF5A-486C-A8C5-ECC9F3942E4B}">
                  <a14:imgProps xmlns:a14="http://schemas.microsoft.com/office/drawing/2010/main">
                    <a14:imgLayer r:embed="rId6">
                      <a14:imgEffect>
                        <a14:backgroundRemoval t="10000" b="90000" l="10000" r="90000">
                          <a14:foregroundMark x1="42593" y1="19467" x2="42593" y2="19467"/>
                        </a14:backgroundRemoval>
                      </a14:imgEffect>
                    </a14:imgLayer>
                  </a14:imgProps>
                </a:ext>
                <a:ext uri="{28A0092B-C50C-407E-A947-70E740481C1C}">
                  <a14:useLocalDpi xmlns:a14="http://schemas.microsoft.com/office/drawing/2010/main" val="0"/>
                </a:ext>
              </a:extLst>
            </a:blip>
            <a:srcRect/>
            <a:stretch>
              <a:fillRect/>
            </a:stretch>
          </p:blipFill>
          <p:spPr bwMode="auto">
            <a:xfrm>
              <a:off x="2569526" y="3466975"/>
              <a:ext cx="397730" cy="63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97" name="Group 296"/>
          <p:cNvGrpSpPr/>
          <p:nvPr/>
        </p:nvGrpSpPr>
        <p:grpSpPr>
          <a:xfrm>
            <a:off x="4648200" y="-19050"/>
            <a:ext cx="3973513" cy="2277382"/>
            <a:chOff x="4648200" y="-19050"/>
            <a:chExt cx="3973513" cy="2277382"/>
          </a:xfrm>
        </p:grpSpPr>
        <p:pic>
          <p:nvPicPr>
            <p:cNvPr id="274" name="Picture 2"/>
            <p:cNvPicPr>
              <a:picLocks noChangeAspect="1" noChangeArrowheads="1"/>
            </p:cNvPicPr>
            <p:nvPr/>
          </p:nvPicPr>
          <p:blipFill>
            <a:blip r:embed="rId7" cstate="print">
              <a:extLst>
                <a:ext uri="{BEBA8EAE-BF5A-486C-A8C5-ECC9F3942E4B}">
                  <a14:imgProps xmlns:a14="http://schemas.microsoft.com/office/drawing/2010/main">
                    <a14:imgLayer r:embed="rId8">
                      <a14:imgEffect>
                        <a14:backgroundRemoval t="10000" b="90000" l="10000" r="90000">
                          <a14:foregroundMark x1="42593" y1="19467" x2="42593" y2="19467"/>
                        </a14:backgroundRemoval>
                      </a14:imgEffect>
                    </a14:imgLayer>
                  </a14:imgProps>
                </a:ext>
                <a:ext uri="{28A0092B-C50C-407E-A947-70E740481C1C}">
                  <a14:useLocalDpi xmlns:a14="http://schemas.microsoft.com/office/drawing/2010/main" val="0"/>
                </a:ext>
              </a:extLst>
            </a:blip>
            <a:srcRect/>
            <a:stretch>
              <a:fillRect/>
            </a:stretch>
          </p:blipFill>
          <p:spPr bwMode="auto">
            <a:xfrm>
              <a:off x="4965700" y="124732"/>
              <a:ext cx="368640" cy="589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5" name="Picture 2"/>
            <p:cNvPicPr>
              <a:picLocks noChangeAspect="1" noChangeArrowheads="1"/>
            </p:cNvPicPr>
            <p:nvPr/>
          </p:nvPicPr>
          <p:blipFill>
            <a:blip r:embed="rId7" cstate="print">
              <a:duotone>
                <a:prstClr val="black"/>
                <a:schemeClr val="accent3">
                  <a:lumMod val="75000"/>
                  <a:tint val="45000"/>
                  <a:satMod val="400000"/>
                </a:schemeClr>
              </a:duotone>
              <a:extLst>
                <a:ext uri="{BEBA8EAE-BF5A-486C-A8C5-ECC9F3942E4B}">
                  <a14:imgProps xmlns:a14="http://schemas.microsoft.com/office/drawing/2010/main">
                    <a14:imgLayer r:embed="rId8">
                      <a14:imgEffect>
                        <a14:backgroundRemoval t="10000" b="90000" l="10000" r="90000">
                          <a14:foregroundMark x1="42593" y1="19467" x2="42593" y2="19467"/>
                        </a14:backgroundRemoval>
                      </a14:imgEffect>
                    </a14:imgLayer>
                  </a14:imgProps>
                </a:ext>
                <a:ext uri="{28A0092B-C50C-407E-A947-70E740481C1C}">
                  <a14:useLocalDpi xmlns:a14="http://schemas.microsoft.com/office/drawing/2010/main" val="0"/>
                </a:ext>
              </a:extLst>
            </a:blip>
            <a:srcRect/>
            <a:stretch>
              <a:fillRect/>
            </a:stretch>
          </p:blipFill>
          <p:spPr bwMode="auto">
            <a:xfrm>
              <a:off x="6050258" y="76364"/>
              <a:ext cx="368640" cy="589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6" name="Picture 2"/>
            <p:cNvPicPr>
              <a:picLocks noChangeAspect="1" noChangeArrowheads="1"/>
            </p:cNvPicPr>
            <p:nvPr/>
          </p:nvPicPr>
          <p:blipFill>
            <a:blip r:embed="rId7" cstate="print">
              <a:duotone>
                <a:prstClr val="black"/>
                <a:srgbClr val="C00000">
                  <a:tint val="45000"/>
                  <a:satMod val="400000"/>
                </a:srgbClr>
              </a:duotone>
              <a:extLst>
                <a:ext uri="{BEBA8EAE-BF5A-486C-A8C5-ECC9F3942E4B}">
                  <a14:imgProps xmlns:a14="http://schemas.microsoft.com/office/drawing/2010/main">
                    <a14:imgLayer r:embed="rId8">
                      <a14:imgEffect>
                        <a14:backgroundRemoval t="10000" b="90000" l="10000" r="90000">
                          <a14:foregroundMark x1="42593" y1="19467" x2="42593" y2="19467"/>
                        </a14:backgroundRemoval>
                      </a14:imgEffect>
                    </a14:imgLayer>
                  </a14:imgProps>
                </a:ext>
                <a:ext uri="{28A0092B-C50C-407E-A947-70E740481C1C}">
                  <a14:useLocalDpi xmlns:a14="http://schemas.microsoft.com/office/drawing/2010/main" val="0"/>
                </a:ext>
              </a:extLst>
            </a:blip>
            <a:srcRect/>
            <a:stretch>
              <a:fillRect/>
            </a:stretch>
          </p:blipFill>
          <p:spPr bwMode="auto">
            <a:xfrm>
              <a:off x="5943885" y="1153658"/>
              <a:ext cx="368640" cy="589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7" name="Picture 2"/>
            <p:cNvPicPr>
              <a:picLocks noChangeAspect="1" noChangeArrowheads="1"/>
            </p:cNvPicPr>
            <p:nvPr/>
          </p:nvPicPr>
          <p:blipFill>
            <a:blip r:embed="rId7" cstate="print">
              <a:extLst>
                <a:ext uri="{BEBA8EAE-BF5A-486C-A8C5-ECC9F3942E4B}">
                  <a14:imgProps xmlns:a14="http://schemas.microsoft.com/office/drawing/2010/main">
                    <a14:imgLayer r:embed="rId8">
                      <a14:imgEffect>
                        <a14:backgroundRemoval t="10000" b="90000" l="10000" r="90000">
                          <a14:foregroundMark x1="42593" y1="19467" x2="42593" y2="19467"/>
                        </a14:backgroundRemoval>
                      </a14:imgEffect>
                    </a14:imgLayer>
                  </a14:imgProps>
                </a:ext>
                <a:ext uri="{28A0092B-C50C-407E-A947-70E740481C1C}">
                  <a14:useLocalDpi xmlns:a14="http://schemas.microsoft.com/office/drawing/2010/main" val="0"/>
                </a:ext>
              </a:extLst>
            </a:blip>
            <a:srcRect/>
            <a:stretch>
              <a:fillRect/>
            </a:stretch>
          </p:blipFill>
          <p:spPr bwMode="auto">
            <a:xfrm>
              <a:off x="4648200" y="831090"/>
              <a:ext cx="368640" cy="589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8" name="Picture 2"/>
            <p:cNvPicPr>
              <a:picLocks noChangeAspect="1" noChangeArrowheads="1"/>
            </p:cNvPicPr>
            <p:nvPr/>
          </p:nvPicPr>
          <p:blipFill>
            <a:blip r:embed="rId7" cstate="print">
              <a:extLst>
                <a:ext uri="{BEBA8EAE-BF5A-486C-A8C5-ECC9F3942E4B}">
                  <a14:imgProps xmlns:a14="http://schemas.microsoft.com/office/drawing/2010/main">
                    <a14:imgLayer r:embed="rId8">
                      <a14:imgEffect>
                        <a14:backgroundRemoval t="10000" b="90000" l="10000" r="90000">
                          <a14:foregroundMark x1="42593" y1="19467" x2="42593" y2="19467"/>
                        </a14:backgroundRemoval>
                      </a14:imgEffect>
                    </a14:imgLayer>
                  </a14:imgProps>
                </a:ext>
                <a:ext uri="{28A0092B-C50C-407E-A947-70E740481C1C}">
                  <a14:useLocalDpi xmlns:a14="http://schemas.microsoft.com/office/drawing/2010/main" val="0"/>
                </a:ext>
              </a:extLst>
            </a:blip>
            <a:srcRect/>
            <a:stretch>
              <a:fillRect/>
            </a:stretch>
          </p:blipFill>
          <p:spPr bwMode="auto">
            <a:xfrm>
              <a:off x="5307274" y="873995"/>
              <a:ext cx="368640" cy="589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9" name="Picture 2"/>
            <p:cNvPicPr>
              <a:picLocks noChangeAspect="1" noChangeArrowheads="1"/>
            </p:cNvPicPr>
            <p:nvPr/>
          </p:nvPicPr>
          <p:blipFill>
            <a:blip r:embed="rId7" cstate="print">
              <a:duotone>
                <a:prstClr val="black"/>
                <a:schemeClr val="accent3">
                  <a:lumMod val="75000"/>
                  <a:tint val="45000"/>
                  <a:satMod val="400000"/>
                </a:schemeClr>
              </a:duotone>
              <a:extLst>
                <a:ext uri="{BEBA8EAE-BF5A-486C-A8C5-ECC9F3942E4B}">
                  <a14:imgProps xmlns:a14="http://schemas.microsoft.com/office/drawing/2010/main">
                    <a14:imgLayer r:embed="rId8">
                      <a14:imgEffect>
                        <a14:backgroundRemoval t="10000" b="90000" l="10000" r="90000">
                          <a14:foregroundMark x1="42593" y1="19467" x2="42593" y2="19467"/>
                        </a14:backgroundRemoval>
                      </a14:imgEffect>
                    </a14:imgLayer>
                  </a14:imgProps>
                </a:ext>
                <a:ext uri="{28A0092B-C50C-407E-A947-70E740481C1C}">
                  <a14:useLocalDpi xmlns:a14="http://schemas.microsoft.com/office/drawing/2010/main" val="0"/>
                </a:ext>
              </a:extLst>
            </a:blip>
            <a:srcRect/>
            <a:stretch>
              <a:fillRect/>
            </a:stretch>
          </p:blipFill>
          <p:spPr bwMode="auto">
            <a:xfrm>
              <a:off x="6629400" y="-19050"/>
              <a:ext cx="368640" cy="589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0" name="Picture 2"/>
            <p:cNvPicPr>
              <a:picLocks noChangeAspect="1" noChangeArrowheads="1"/>
            </p:cNvPicPr>
            <p:nvPr/>
          </p:nvPicPr>
          <p:blipFill>
            <a:blip r:embed="rId7" cstate="print">
              <a:duotone>
                <a:prstClr val="black"/>
                <a:schemeClr val="accent3">
                  <a:lumMod val="75000"/>
                  <a:tint val="45000"/>
                  <a:satMod val="400000"/>
                </a:schemeClr>
              </a:duotone>
              <a:extLst>
                <a:ext uri="{BEBA8EAE-BF5A-486C-A8C5-ECC9F3942E4B}">
                  <a14:imgProps xmlns:a14="http://schemas.microsoft.com/office/drawing/2010/main">
                    <a14:imgLayer r:embed="rId8">
                      <a14:imgEffect>
                        <a14:backgroundRemoval t="10000" b="90000" l="10000" r="90000">
                          <a14:foregroundMark x1="42593" y1="19467" x2="42593" y2="19467"/>
                        </a14:backgroundRemoval>
                      </a14:imgEffect>
                    </a14:imgLayer>
                  </a14:imgProps>
                </a:ext>
                <a:ext uri="{28A0092B-C50C-407E-A947-70E740481C1C}">
                  <a14:useLocalDpi xmlns:a14="http://schemas.microsoft.com/office/drawing/2010/main" val="0"/>
                </a:ext>
              </a:extLst>
            </a:blip>
            <a:srcRect/>
            <a:stretch>
              <a:fillRect/>
            </a:stretch>
          </p:blipFill>
          <p:spPr bwMode="auto">
            <a:xfrm>
              <a:off x="6505236" y="708892"/>
              <a:ext cx="368640" cy="589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1" name="Picture 2"/>
            <p:cNvPicPr>
              <a:picLocks noChangeAspect="1" noChangeArrowheads="1"/>
            </p:cNvPicPr>
            <p:nvPr/>
          </p:nvPicPr>
          <p:blipFill>
            <a:blip r:embed="rId7" cstate="print">
              <a:duotone>
                <a:prstClr val="black"/>
                <a:schemeClr val="accent3">
                  <a:lumMod val="75000"/>
                  <a:tint val="45000"/>
                  <a:satMod val="400000"/>
                </a:schemeClr>
              </a:duotone>
              <a:extLst>
                <a:ext uri="{BEBA8EAE-BF5A-486C-A8C5-ECC9F3942E4B}">
                  <a14:imgProps xmlns:a14="http://schemas.microsoft.com/office/drawing/2010/main">
                    <a14:imgLayer r:embed="rId8">
                      <a14:imgEffect>
                        <a14:backgroundRemoval t="10000" b="90000" l="10000" r="90000">
                          <a14:foregroundMark x1="42593" y1="19467" x2="42593" y2="19467"/>
                        </a14:backgroundRemoval>
                      </a14:imgEffect>
                    </a14:imgLayer>
                  </a14:imgProps>
                </a:ext>
                <a:ext uri="{28A0092B-C50C-407E-A947-70E740481C1C}">
                  <a14:useLocalDpi xmlns:a14="http://schemas.microsoft.com/office/drawing/2010/main" val="0"/>
                </a:ext>
              </a:extLst>
            </a:blip>
            <a:srcRect/>
            <a:stretch>
              <a:fillRect/>
            </a:stretch>
          </p:blipFill>
          <p:spPr bwMode="auto">
            <a:xfrm>
              <a:off x="7524412" y="44252"/>
              <a:ext cx="368640" cy="589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2" name="Picture 2"/>
            <p:cNvPicPr>
              <a:picLocks noChangeAspect="1" noChangeArrowheads="1"/>
            </p:cNvPicPr>
            <p:nvPr/>
          </p:nvPicPr>
          <p:blipFill>
            <a:blip r:embed="rId7" cstate="print">
              <a:duotone>
                <a:prstClr val="black"/>
                <a:schemeClr val="accent3">
                  <a:lumMod val="75000"/>
                  <a:tint val="45000"/>
                  <a:satMod val="400000"/>
                </a:schemeClr>
              </a:duotone>
              <a:extLst>
                <a:ext uri="{BEBA8EAE-BF5A-486C-A8C5-ECC9F3942E4B}">
                  <a14:imgProps xmlns:a14="http://schemas.microsoft.com/office/drawing/2010/main">
                    <a14:imgLayer r:embed="rId8">
                      <a14:imgEffect>
                        <a14:backgroundRemoval t="10000" b="90000" l="10000" r="90000">
                          <a14:foregroundMark x1="42593" y1="19467" x2="42593" y2="19467"/>
                        </a14:backgroundRemoval>
                      </a14:imgEffect>
                    </a14:imgLayer>
                  </a14:imgProps>
                </a:ext>
                <a:ext uri="{28A0092B-C50C-407E-A947-70E740481C1C}">
                  <a14:useLocalDpi xmlns:a14="http://schemas.microsoft.com/office/drawing/2010/main" val="0"/>
                </a:ext>
              </a:extLst>
            </a:blip>
            <a:srcRect/>
            <a:stretch>
              <a:fillRect/>
            </a:stretch>
          </p:blipFill>
          <p:spPr bwMode="auto">
            <a:xfrm>
              <a:off x="7058196" y="361950"/>
              <a:ext cx="368640" cy="589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3" name="Picture 2"/>
            <p:cNvPicPr>
              <a:picLocks noChangeAspect="1" noChangeArrowheads="1"/>
            </p:cNvPicPr>
            <p:nvPr/>
          </p:nvPicPr>
          <p:blipFill>
            <a:blip r:embed="rId7" cstate="print">
              <a:duotone>
                <a:prstClr val="black"/>
                <a:schemeClr val="accent3">
                  <a:lumMod val="75000"/>
                  <a:tint val="45000"/>
                  <a:satMod val="400000"/>
                </a:schemeClr>
              </a:duotone>
              <a:extLst>
                <a:ext uri="{BEBA8EAE-BF5A-486C-A8C5-ECC9F3942E4B}">
                  <a14:imgProps xmlns:a14="http://schemas.microsoft.com/office/drawing/2010/main">
                    <a14:imgLayer r:embed="rId8">
                      <a14:imgEffect>
                        <a14:backgroundRemoval t="10000" b="90000" l="10000" r="90000">
                          <a14:foregroundMark x1="42593" y1="19467" x2="42593" y2="19467"/>
                        </a14:backgroundRemoval>
                      </a14:imgEffect>
                    </a14:imgLayer>
                  </a14:imgProps>
                </a:ext>
                <a:ext uri="{28A0092B-C50C-407E-A947-70E740481C1C}">
                  <a14:useLocalDpi xmlns:a14="http://schemas.microsoft.com/office/drawing/2010/main" val="0"/>
                </a:ext>
              </a:extLst>
            </a:blip>
            <a:srcRect/>
            <a:stretch>
              <a:fillRect/>
            </a:stretch>
          </p:blipFill>
          <p:spPr bwMode="auto">
            <a:xfrm>
              <a:off x="8253073" y="119850"/>
              <a:ext cx="368640" cy="589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4" name="Picture 2"/>
            <p:cNvPicPr>
              <a:picLocks noChangeAspect="1" noChangeArrowheads="1"/>
            </p:cNvPicPr>
            <p:nvPr/>
          </p:nvPicPr>
          <p:blipFill>
            <a:blip r:embed="rId7" cstate="print">
              <a:duotone>
                <a:prstClr val="black"/>
                <a:schemeClr val="accent3">
                  <a:lumMod val="75000"/>
                  <a:tint val="45000"/>
                  <a:satMod val="400000"/>
                </a:schemeClr>
              </a:duotone>
              <a:extLst>
                <a:ext uri="{BEBA8EAE-BF5A-486C-A8C5-ECC9F3942E4B}">
                  <a14:imgProps xmlns:a14="http://schemas.microsoft.com/office/drawing/2010/main">
                    <a14:imgLayer r:embed="rId8">
                      <a14:imgEffect>
                        <a14:backgroundRemoval t="10000" b="90000" l="10000" r="90000">
                          <a14:foregroundMark x1="42593" y1="19467" x2="42593" y2="19467"/>
                        </a14:backgroundRemoval>
                      </a14:imgEffect>
                    </a14:imgLayer>
                  </a14:imgProps>
                </a:ext>
                <a:ext uri="{28A0092B-C50C-407E-A947-70E740481C1C}">
                  <a14:useLocalDpi xmlns:a14="http://schemas.microsoft.com/office/drawing/2010/main" val="0"/>
                </a:ext>
              </a:extLst>
            </a:blip>
            <a:srcRect/>
            <a:stretch>
              <a:fillRect/>
            </a:stretch>
          </p:blipFill>
          <p:spPr bwMode="auto">
            <a:xfrm>
              <a:off x="7971723" y="704070"/>
              <a:ext cx="368640" cy="589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5" name="Picture 2"/>
            <p:cNvPicPr>
              <a:picLocks noChangeAspect="1" noChangeArrowheads="1"/>
            </p:cNvPicPr>
            <p:nvPr/>
          </p:nvPicPr>
          <p:blipFill>
            <a:blip r:embed="rId7" cstate="print">
              <a:duotone>
                <a:prstClr val="black"/>
                <a:srgbClr val="C00000">
                  <a:tint val="45000"/>
                  <a:satMod val="400000"/>
                </a:srgbClr>
              </a:duotone>
              <a:extLst>
                <a:ext uri="{BEBA8EAE-BF5A-486C-A8C5-ECC9F3942E4B}">
                  <a14:imgProps xmlns:a14="http://schemas.microsoft.com/office/drawing/2010/main">
                    <a14:imgLayer r:embed="rId8">
                      <a14:imgEffect>
                        <a14:backgroundRemoval t="10000" b="90000" l="10000" r="90000">
                          <a14:foregroundMark x1="42593" y1="19467" x2="42593" y2="19467"/>
                        </a14:backgroundRemoval>
                      </a14:imgEffect>
                    </a14:imgLayer>
                  </a14:imgProps>
                </a:ext>
                <a:ext uri="{28A0092B-C50C-407E-A947-70E740481C1C}">
                  <a14:useLocalDpi xmlns:a14="http://schemas.microsoft.com/office/drawing/2010/main" val="0"/>
                </a:ext>
              </a:extLst>
            </a:blip>
            <a:srcRect/>
            <a:stretch>
              <a:fillRect/>
            </a:stretch>
          </p:blipFill>
          <p:spPr bwMode="auto">
            <a:xfrm>
              <a:off x="6615198" y="1515495"/>
              <a:ext cx="368640" cy="589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6" name="Picture 2"/>
            <p:cNvPicPr>
              <a:picLocks noChangeAspect="1" noChangeArrowheads="1"/>
            </p:cNvPicPr>
            <p:nvPr/>
          </p:nvPicPr>
          <p:blipFill>
            <a:blip r:embed="rId7" cstate="print">
              <a:duotone>
                <a:prstClr val="black"/>
                <a:srgbClr val="C00000">
                  <a:tint val="45000"/>
                  <a:satMod val="400000"/>
                </a:srgbClr>
              </a:duotone>
              <a:extLst>
                <a:ext uri="{BEBA8EAE-BF5A-486C-A8C5-ECC9F3942E4B}">
                  <a14:imgProps xmlns:a14="http://schemas.microsoft.com/office/drawing/2010/main">
                    <a14:imgLayer r:embed="rId8">
                      <a14:imgEffect>
                        <a14:backgroundRemoval t="10000" b="90000" l="10000" r="90000">
                          <a14:foregroundMark x1="42593" y1="19467" x2="42593" y2="19467"/>
                        </a14:backgroundRemoval>
                      </a14:imgEffect>
                    </a14:imgLayer>
                  </a14:imgProps>
                </a:ext>
                <a:ext uri="{28A0092B-C50C-407E-A947-70E740481C1C}">
                  <a14:useLocalDpi xmlns:a14="http://schemas.microsoft.com/office/drawing/2010/main" val="0"/>
                </a:ext>
              </a:extLst>
            </a:blip>
            <a:srcRect/>
            <a:stretch>
              <a:fillRect/>
            </a:stretch>
          </p:blipFill>
          <p:spPr bwMode="auto">
            <a:xfrm>
              <a:off x="7217856" y="1288290"/>
              <a:ext cx="368640" cy="589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1" name="Straight Arrow Connector 30"/>
            <p:cNvCxnSpPr>
              <a:endCxn id="274" idx="2"/>
            </p:cNvCxnSpPr>
            <p:nvPr/>
          </p:nvCxnSpPr>
          <p:spPr>
            <a:xfrm flipV="1">
              <a:off x="4965700" y="713774"/>
              <a:ext cx="184320" cy="289639"/>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96" name="Straight Arrow Connector 295"/>
            <p:cNvCxnSpPr>
              <a:endCxn id="274" idx="2"/>
            </p:cNvCxnSpPr>
            <p:nvPr/>
          </p:nvCxnSpPr>
          <p:spPr>
            <a:xfrm flipH="1" flipV="1">
              <a:off x="5150020" y="713774"/>
              <a:ext cx="184320" cy="331708"/>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00" name="Straight Arrow Connector 299"/>
            <p:cNvCxnSpPr>
              <a:stCxn id="276" idx="1"/>
            </p:cNvCxnSpPr>
            <p:nvPr/>
          </p:nvCxnSpPr>
          <p:spPr>
            <a:xfrm flipH="1" flipV="1">
              <a:off x="5675914" y="1297934"/>
              <a:ext cx="267971" cy="150245"/>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pic>
          <p:nvPicPr>
            <p:cNvPr id="311" name="Picture 2"/>
            <p:cNvPicPr>
              <a:picLocks noChangeAspect="1" noChangeArrowheads="1"/>
            </p:cNvPicPr>
            <p:nvPr/>
          </p:nvPicPr>
          <p:blipFill>
            <a:blip r:embed="rId7" cstate="print">
              <a:duotone>
                <a:prstClr val="black"/>
                <a:srgbClr val="C00000">
                  <a:tint val="45000"/>
                  <a:satMod val="400000"/>
                </a:srgbClr>
              </a:duotone>
              <a:extLst>
                <a:ext uri="{BEBA8EAE-BF5A-486C-A8C5-ECC9F3942E4B}">
                  <a14:imgProps xmlns:a14="http://schemas.microsoft.com/office/drawing/2010/main">
                    <a14:imgLayer r:embed="rId8">
                      <a14:imgEffect>
                        <a14:backgroundRemoval t="10000" b="90000" l="10000" r="90000">
                          <a14:foregroundMark x1="42593" y1="19467" x2="42593" y2="19467"/>
                        </a14:backgroundRemoval>
                      </a14:imgEffect>
                    </a14:imgLayer>
                  </a14:imgProps>
                </a:ext>
                <a:ext uri="{28A0092B-C50C-407E-A947-70E740481C1C}">
                  <a14:useLocalDpi xmlns:a14="http://schemas.microsoft.com/office/drawing/2010/main" val="0"/>
                </a:ext>
              </a:extLst>
            </a:blip>
            <a:srcRect/>
            <a:stretch>
              <a:fillRect/>
            </a:stretch>
          </p:blipFill>
          <p:spPr bwMode="auto">
            <a:xfrm>
              <a:off x="5410200" y="1669290"/>
              <a:ext cx="368640" cy="589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12" name="Straight Arrow Connector 311"/>
            <p:cNvCxnSpPr>
              <a:stCxn id="280" idx="1"/>
              <a:endCxn id="275" idx="2"/>
            </p:cNvCxnSpPr>
            <p:nvPr/>
          </p:nvCxnSpPr>
          <p:spPr>
            <a:xfrm flipH="1" flipV="1">
              <a:off x="6234578" y="665406"/>
              <a:ext cx="270658" cy="338007"/>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16" name="Straight Arrow Connector 315"/>
            <p:cNvCxnSpPr>
              <a:stCxn id="311" idx="3"/>
              <a:endCxn id="276" idx="2"/>
            </p:cNvCxnSpPr>
            <p:nvPr/>
          </p:nvCxnSpPr>
          <p:spPr>
            <a:xfrm flipV="1">
              <a:off x="5778840" y="1742700"/>
              <a:ext cx="349365" cy="221111"/>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19" name="Straight Arrow Connector 318"/>
            <p:cNvCxnSpPr>
              <a:stCxn id="285" idx="1"/>
              <a:endCxn id="276" idx="3"/>
            </p:cNvCxnSpPr>
            <p:nvPr/>
          </p:nvCxnSpPr>
          <p:spPr>
            <a:xfrm flipH="1" flipV="1">
              <a:off x="6312525" y="1448179"/>
              <a:ext cx="302673" cy="361837"/>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22" name="Straight Arrow Connector 321"/>
            <p:cNvCxnSpPr>
              <a:stCxn id="311" idx="3"/>
              <a:endCxn id="285" idx="1"/>
            </p:cNvCxnSpPr>
            <p:nvPr/>
          </p:nvCxnSpPr>
          <p:spPr>
            <a:xfrm flipV="1">
              <a:off x="5778840" y="1810016"/>
              <a:ext cx="836358" cy="153795"/>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27" name="Straight Arrow Connector 326"/>
            <p:cNvCxnSpPr>
              <a:stCxn id="285" idx="3"/>
              <a:endCxn id="286" idx="1"/>
            </p:cNvCxnSpPr>
            <p:nvPr/>
          </p:nvCxnSpPr>
          <p:spPr>
            <a:xfrm flipV="1">
              <a:off x="6983838" y="1582811"/>
              <a:ext cx="234018" cy="227205"/>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30" name="Straight Arrow Connector 329"/>
            <p:cNvCxnSpPr>
              <a:stCxn id="286" idx="1"/>
              <a:endCxn id="276" idx="3"/>
            </p:cNvCxnSpPr>
            <p:nvPr/>
          </p:nvCxnSpPr>
          <p:spPr>
            <a:xfrm flipH="1" flipV="1">
              <a:off x="6312525" y="1448179"/>
              <a:ext cx="905331" cy="134632"/>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35" name="Straight Arrow Connector 334"/>
            <p:cNvCxnSpPr>
              <a:stCxn id="279" idx="1"/>
              <a:endCxn id="275" idx="3"/>
            </p:cNvCxnSpPr>
            <p:nvPr/>
          </p:nvCxnSpPr>
          <p:spPr>
            <a:xfrm flipH="1">
              <a:off x="6418898" y="275471"/>
              <a:ext cx="210502" cy="95414"/>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38" name="Straight Arrow Connector 337"/>
            <p:cNvCxnSpPr/>
            <p:nvPr/>
          </p:nvCxnSpPr>
          <p:spPr>
            <a:xfrm flipH="1">
              <a:off x="4965700" y="1003413"/>
              <a:ext cx="368640" cy="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41" name="Straight Arrow Connector 340"/>
            <p:cNvCxnSpPr>
              <a:stCxn id="279" idx="3"/>
              <a:endCxn id="281" idx="1"/>
            </p:cNvCxnSpPr>
            <p:nvPr/>
          </p:nvCxnSpPr>
          <p:spPr>
            <a:xfrm>
              <a:off x="6998040" y="275471"/>
              <a:ext cx="526372" cy="63302"/>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44" name="Straight Arrow Connector 343"/>
            <p:cNvCxnSpPr>
              <a:stCxn id="281" idx="3"/>
              <a:endCxn id="283" idx="1"/>
            </p:cNvCxnSpPr>
            <p:nvPr/>
          </p:nvCxnSpPr>
          <p:spPr>
            <a:xfrm>
              <a:off x="7893052" y="338773"/>
              <a:ext cx="360021" cy="75598"/>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47" name="Straight Arrow Connector 346"/>
            <p:cNvCxnSpPr>
              <a:stCxn id="284" idx="3"/>
              <a:endCxn id="283" idx="2"/>
            </p:cNvCxnSpPr>
            <p:nvPr/>
          </p:nvCxnSpPr>
          <p:spPr>
            <a:xfrm flipV="1">
              <a:off x="8340363" y="708892"/>
              <a:ext cx="97030" cy="289699"/>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51" name="Straight Arrow Connector 350"/>
            <p:cNvCxnSpPr>
              <a:stCxn id="281" idx="2"/>
              <a:endCxn id="284" idx="1"/>
            </p:cNvCxnSpPr>
            <p:nvPr/>
          </p:nvCxnSpPr>
          <p:spPr>
            <a:xfrm>
              <a:off x="7708732" y="633294"/>
              <a:ext cx="262991" cy="365297"/>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54" name="Straight Arrow Connector 353"/>
            <p:cNvCxnSpPr>
              <a:stCxn id="281" idx="2"/>
              <a:endCxn id="282" idx="3"/>
            </p:cNvCxnSpPr>
            <p:nvPr/>
          </p:nvCxnSpPr>
          <p:spPr>
            <a:xfrm flipH="1">
              <a:off x="7426836" y="633294"/>
              <a:ext cx="281896" cy="23177"/>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61" name="Straight Arrow Connector 360"/>
            <p:cNvCxnSpPr>
              <a:stCxn id="280" idx="3"/>
              <a:endCxn id="286" idx="1"/>
            </p:cNvCxnSpPr>
            <p:nvPr/>
          </p:nvCxnSpPr>
          <p:spPr>
            <a:xfrm>
              <a:off x="6873876" y="1003413"/>
              <a:ext cx="343980" cy="579398"/>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65" name="Straight Arrow Connector 364"/>
            <p:cNvCxnSpPr>
              <a:stCxn id="282" idx="1"/>
              <a:endCxn id="279" idx="3"/>
            </p:cNvCxnSpPr>
            <p:nvPr/>
          </p:nvCxnSpPr>
          <p:spPr>
            <a:xfrm flipH="1" flipV="1">
              <a:off x="6998040" y="275471"/>
              <a:ext cx="60156" cy="38100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68" name="Straight Arrow Connector 367"/>
            <p:cNvCxnSpPr>
              <a:stCxn id="279" idx="2"/>
              <a:endCxn id="280" idx="3"/>
            </p:cNvCxnSpPr>
            <p:nvPr/>
          </p:nvCxnSpPr>
          <p:spPr>
            <a:xfrm>
              <a:off x="6813720" y="569992"/>
              <a:ext cx="60156" cy="433421"/>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grpSp>
      <p:cxnSp>
        <p:nvCxnSpPr>
          <p:cNvPr id="63" name="Straight Arrow Connector 62"/>
          <p:cNvCxnSpPr>
            <a:stCxn id="280" idx="3"/>
            <a:endCxn id="284" idx="1"/>
          </p:cNvCxnSpPr>
          <p:nvPr/>
        </p:nvCxnSpPr>
        <p:spPr>
          <a:xfrm flipV="1">
            <a:off x="6873876" y="998591"/>
            <a:ext cx="1097847" cy="4822"/>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286" idx="3"/>
            <a:endCxn id="284" idx="1"/>
          </p:cNvCxnSpPr>
          <p:nvPr/>
        </p:nvCxnSpPr>
        <p:spPr>
          <a:xfrm flipV="1">
            <a:off x="7586496" y="998591"/>
            <a:ext cx="385227" cy="58422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274" idx="3"/>
            <a:endCxn id="275" idx="1"/>
          </p:cNvCxnSpPr>
          <p:nvPr/>
        </p:nvCxnSpPr>
        <p:spPr>
          <a:xfrm flipV="1">
            <a:off x="5334340" y="370885"/>
            <a:ext cx="715918" cy="48368"/>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r:id="rId9" p14:bwMode="auto">
            <p14:nvContentPartPr>
              <p14:cNvPr id="2" name="Ink 1"/>
              <p14:cNvContentPartPr/>
              <p14:nvPr/>
            </p14:nvContentPartPr>
            <p14:xfrm>
              <a:off x="356760" y="2418120"/>
              <a:ext cx="7797240" cy="2661120"/>
            </p14:xfrm>
          </p:contentPart>
        </mc:Choice>
        <mc:Fallback xmlns="">
          <p:pic>
            <p:nvPicPr>
              <p:cNvPr id="2" name="Ink 1"/>
            </p:nvPicPr>
            <p:blipFill>
              <a:blip r:embed="rId10"/>
            </p:blipFill>
            <p:spPr>
              <a:xfrm>
                <a:off x="356760" y="2418120"/>
                <a:ext cx="7797240" cy="2661120"/>
              </a:xfrm>
              <a:prstGeom prst="rect"/>
            </p:spPr>
          </p:pic>
        </mc:Fallback>
      </mc:AlternateContent>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8" name="Rectangle 40"/>
          <p:cNvSpPr>
            <a:spLocks noGrp="1" noChangeArrowheads="1"/>
          </p:cNvSpPr>
          <p:nvPr>
            <p:ph type="title"/>
          </p:nvPr>
        </p:nvSpPr>
        <p:spPr/>
        <p:txBody>
          <a:bodyPr/>
          <a:lstStyle/>
          <a:p>
            <a:pPr eaLnBrk="1" hangingPunct="1"/>
            <a:r>
              <a:rPr lang="en-US" dirty="0" smtClean="0"/>
              <a:t>Cocktail party problem</a:t>
            </a:r>
            <a:endParaRPr lang="en-US" dirty="0" smtClean="0"/>
          </a:p>
        </p:txBody>
      </p:sp>
      <p:pic>
        <p:nvPicPr>
          <p:cNvPr id="1026" name="Picture 2" descr="C:\Users\tlow\Downloads\iStock_000011943601Small.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587339" y="1005836"/>
            <a:ext cx="1155865" cy="154115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C:\Users\tlow\Downloads\iStock_000011943601Small.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009407" y="2880562"/>
            <a:ext cx="1155865" cy="1541153"/>
          </a:xfrm>
          <a:prstGeom prst="rect">
            <a:avLst/>
          </a:prstGeom>
          <a:noFill/>
          <a:extLst>
            <a:ext uri="{909E8E84-426E-40DD-AFC4-6F175D3DCCD1}">
              <a14:hiddenFill xmlns:a14="http://schemas.microsoft.com/office/drawing/2010/main">
                <a:solidFill>
                  <a:srgbClr val="FFFFFF"/>
                </a:solidFill>
              </a14:hiddenFill>
            </a:ext>
          </a:extLst>
        </p:spPr>
      </p:pic>
      <p:sp>
        <p:nvSpPr>
          <p:cNvPr id="35" name="Text Box 25"/>
          <p:cNvSpPr txBox="1">
            <a:spLocks noChangeArrowheads="1"/>
          </p:cNvSpPr>
          <p:nvPr/>
        </p:nvSpPr>
        <p:spPr bwMode="auto">
          <a:xfrm>
            <a:off x="5355855" y="2395135"/>
            <a:ext cx="1618841" cy="369332"/>
          </a:xfrm>
          <a:prstGeom prst="rect">
            <a:avLst/>
          </a:prstGeom>
          <a:noFill/>
          <a:ln w="9525">
            <a:noFill/>
            <a:miter lim="800000"/>
          </a:ln>
        </p:spPr>
        <p:txBody>
          <a:bodyPr wrap="none">
            <a:spAutoFit/>
          </a:bodyPr>
          <a:lstStyle/>
          <a:p>
            <a:pPr algn="ctr"/>
            <a:r>
              <a:rPr lang="en-US" dirty="0" smtClean="0"/>
              <a:t>Microphone #1</a:t>
            </a:r>
            <a:endParaRPr lang="en-US" dirty="0"/>
          </a:p>
        </p:txBody>
      </p:sp>
      <p:sp>
        <p:nvSpPr>
          <p:cNvPr id="36" name="Text Box 25"/>
          <p:cNvSpPr txBox="1">
            <a:spLocks noChangeArrowheads="1"/>
          </p:cNvSpPr>
          <p:nvPr/>
        </p:nvSpPr>
        <p:spPr bwMode="auto">
          <a:xfrm>
            <a:off x="4777918" y="4292084"/>
            <a:ext cx="1618841" cy="369332"/>
          </a:xfrm>
          <a:prstGeom prst="rect">
            <a:avLst/>
          </a:prstGeom>
          <a:noFill/>
          <a:ln w="9525">
            <a:noFill/>
            <a:miter lim="800000"/>
          </a:ln>
        </p:spPr>
        <p:txBody>
          <a:bodyPr wrap="none">
            <a:spAutoFit/>
          </a:bodyPr>
          <a:lstStyle/>
          <a:p>
            <a:pPr algn="ctr"/>
            <a:r>
              <a:rPr lang="en-US" dirty="0" smtClean="0"/>
              <a:t>Microphone #2</a:t>
            </a:r>
            <a:endParaRPr lang="en-US" dirty="0"/>
          </a:p>
        </p:txBody>
      </p:sp>
      <p:sp>
        <p:nvSpPr>
          <p:cNvPr id="32" name="Text Box 25"/>
          <p:cNvSpPr txBox="1">
            <a:spLocks noChangeArrowheads="1"/>
          </p:cNvSpPr>
          <p:nvPr/>
        </p:nvSpPr>
        <p:spPr bwMode="auto">
          <a:xfrm>
            <a:off x="1700113" y="2395135"/>
            <a:ext cx="1215974" cy="369332"/>
          </a:xfrm>
          <a:prstGeom prst="rect">
            <a:avLst/>
          </a:prstGeom>
          <a:noFill/>
          <a:ln w="9525">
            <a:noFill/>
            <a:miter lim="800000"/>
          </a:ln>
        </p:spPr>
        <p:txBody>
          <a:bodyPr wrap="none">
            <a:spAutoFit/>
          </a:bodyPr>
          <a:lstStyle/>
          <a:p>
            <a:pPr algn="ctr"/>
            <a:r>
              <a:rPr lang="en-US" dirty="0" smtClean="0"/>
              <a:t>Speaker #1</a:t>
            </a:r>
            <a:endParaRPr lang="en-US" dirty="0"/>
          </a:p>
        </p:txBody>
      </p:sp>
      <p:sp>
        <p:nvSpPr>
          <p:cNvPr id="37" name="Text Box 25"/>
          <p:cNvSpPr txBox="1">
            <a:spLocks noChangeArrowheads="1"/>
          </p:cNvSpPr>
          <p:nvPr/>
        </p:nvSpPr>
        <p:spPr bwMode="auto">
          <a:xfrm>
            <a:off x="1725843" y="4237049"/>
            <a:ext cx="1215975" cy="369332"/>
          </a:xfrm>
          <a:prstGeom prst="rect">
            <a:avLst/>
          </a:prstGeom>
          <a:noFill/>
          <a:ln w="9525">
            <a:noFill/>
            <a:miter lim="800000"/>
          </a:ln>
        </p:spPr>
        <p:txBody>
          <a:bodyPr wrap="none">
            <a:spAutoFit/>
          </a:bodyPr>
          <a:lstStyle/>
          <a:p>
            <a:pPr algn="ctr"/>
            <a:r>
              <a:rPr lang="en-US" dirty="0" smtClean="0"/>
              <a:t>Speaker #2</a:t>
            </a:r>
            <a:endParaRPr lang="en-US" dirty="0"/>
          </a:p>
        </p:txBody>
      </p:sp>
      <p:pic>
        <p:nvPicPr>
          <p:cNvPr id="3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97740" y="955558"/>
            <a:ext cx="820720" cy="1439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31250" y="2718229"/>
            <a:ext cx="1005159" cy="1606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0" name="Straight Connector 9"/>
          <p:cNvCxnSpPr>
            <a:stCxn id="38" idx="3"/>
          </p:cNvCxnSpPr>
          <p:nvPr/>
        </p:nvCxnSpPr>
        <p:spPr>
          <a:xfrm>
            <a:off x="2718460" y="1675347"/>
            <a:ext cx="3225140" cy="10106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38" idx="3"/>
          </p:cNvCxnSpPr>
          <p:nvPr/>
        </p:nvCxnSpPr>
        <p:spPr>
          <a:xfrm>
            <a:off x="2718460" y="1675347"/>
            <a:ext cx="2637395" cy="201440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1027" idx="3"/>
          </p:cNvCxnSpPr>
          <p:nvPr/>
        </p:nvCxnSpPr>
        <p:spPr>
          <a:xfrm flipV="1">
            <a:off x="2836409" y="1839712"/>
            <a:ext cx="3107191" cy="1681578"/>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1027" idx="3"/>
          </p:cNvCxnSpPr>
          <p:nvPr/>
        </p:nvCxnSpPr>
        <p:spPr>
          <a:xfrm>
            <a:off x="2836409" y="3521290"/>
            <a:ext cx="2543113" cy="244451"/>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2" grpId="0"/>
      <p:bldP spid="3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4"/>
          <p:cNvSpPr txBox="1">
            <a:spLocks noChangeArrowheads="1"/>
          </p:cNvSpPr>
          <p:nvPr/>
        </p:nvSpPr>
        <p:spPr bwMode="auto">
          <a:xfrm>
            <a:off x="0" y="4781550"/>
            <a:ext cx="3650487" cy="369332"/>
          </a:xfrm>
          <a:prstGeom prst="rect">
            <a:avLst/>
          </a:prstGeom>
          <a:noFill/>
          <a:ln w="9525">
            <a:noFill/>
            <a:miter lim="800000"/>
          </a:ln>
        </p:spPr>
        <p:txBody>
          <a:bodyPr wrap="none">
            <a:spAutoFit/>
          </a:bodyPr>
          <a:lstStyle/>
          <a:p>
            <a:r>
              <a:rPr lang="en-US" dirty="0"/>
              <a:t>[Audio clips courtesy </a:t>
            </a:r>
            <a:r>
              <a:rPr lang="en-US" dirty="0" smtClean="0"/>
              <a:t>of Te-Won </a:t>
            </a:r>
            <a:r>
              <a:rPr lang="en-US" dirty="0"/>
              <a:t>Lee.]</a:t>
            </a:r>
            <a:endParaRPr lang="en-US" dirty="0"/>
          </a:p>
        </p:txBody>
      </p:sp>
      <p:sp>
        <p:nvSpPr>
          <p:cNvPr id="41987" name="Text Box 7"/>
          <p:cNvSpPr txBox="1">
            <a:spLocks noChangeArrowheads="1"/>
          </p:cNvSpPr>
          <p:nvPr/>
        </p:nvSpPr>
        <p:spPr bwMode="auto">
          <a:xfrm>
            <a:off x="1006475" y="457974"/>
            <a:ext cx="2935227" cy="1569660"/>
          </a:xfrm>
          <a:prstGeom prst="rect">
            <a:avLst/>
          </a:prstGeom>
          <a:noFill/>
          <a:ln w="9525">
            <a:noFill/>
            <a:miter lim="800000"/>
          </a:ln>
        </p:spPr>
        <p:txBody>
          <a:bodyPr wrap="none">
            <a:spAutoFit/>
          </a:bodyPr>
          <a:lstStyle/>
          <a:p>
            <a:r>
              <a:rPr lang="en-US" sz="3200" dirty="0"/>
              <a:t>Microphone #1:</a:t>
            </a:r>
            <a:endParaRPr lang="en-US" sz="3200" dirty="0"/>
          </a:p>
          <a:p>
            <a:endParaRPr lang="en-US" sz="3200" dirty="0"/>
          </a:p>
          <a:p>
            <a:r>
              <a:rPr lang="en-US" sz="3200" dirty="0"/>
              <a:t>Microphone #2: </a:t>
            </a:r>
            <a:endParaRPr lang="en-US" sz="3200" dirty="0"/>
          </a:p>
        </p:txBody>
      </p:sp>
      <p:sp>
        <p:nvSpPr>
          <p:cNvPr id="41990" name="Text Box 11"/>
          <p:cNvSpPr txBox="1">
            <a:spLocks noChangeArrowheads="1"/>
          </p:cNvSpPr>
          <p:nvPr/>
        </p:nvSpPr>
        <p:spPr bwMode="auto">
          <a:xfrm>
            <a:off x="1006475" y="2602290"/>
            <a:ext cx="2935227" cy="1569660"/>
          </a:xfrm>
          <a:prstGeom prst="rect">
            <a:avLst/>
          </a:prstGeom>
          <a:noFill/>
          <a:ln w="9525">
            <a:noFill/>
            <a:miter lim="800000"/>
          </a:ln>
        </p:spPr>
        <p:txBody>
          <a:bodyPr wrap="none">
            <a:spAutoFit/>
          </a:bodyPr>
          <a:lstStyle/>
          <a:p>
            <a:r>
              <a:rPr lang="en-US" sz="3200" dirty="0"/>
              <a:t>Microphone #1:</a:t>
            </a:r>
            <a:endParaRPr lang="en-US" sz="3200" dirty="0"/>
          </a:p>
          <a:p>
            <a:endParaRPr lang="en-US" sz="3200" dirty="0"/>
          </a:p>
          <a:p>
            <a:r>
              <a:rPr lang="en-US" sz="3200" dirty="0"/>
              <a:t>Microphone #2: </a:t>
            </a:r>
            <a:endParaRPr lang="en-US" sz="3200" dirty="0"/>
          </a:p>
        </p:txBody>
      </p:sp>
      <p:sp>
        <p:nvSpPr>
          <p:cNvPr id="41993" name="Text Box 14"/>
          <p:cNvSpPr txBox="1">
            <a:spLocks noChangeArrowheads="1"/>
          </p:cNvSpPr>
          <p:nvPr/>
        </p:nvSpPr>
        <p:spPr bwMode="auto">
          <a:xfrm>
            <a:off x="5103813" y="457974"/>
            <a:ext cx="2092239" cy="1569660"/>
          </a:xfrm>
          <a:prstGeom prst="rect">
            <a:avLst/>
          </a:prstGeom>
          <a:noFill/>
          <a:ln w="9525">
            <a:noFill/>
            <a:miter lim="800000"/>
          </a:ln>
        </p:spPr>
        <p:txBody>
          <a:bodyPr wrap="none">
            <a:spAutoFit/>
          </a:bodyPr>
          <a:lstStyle/>
          <a:p>
            <a:r>
              <a:rPr lang="en-US" sz="3200" dirty="0"/>
              <a:t>Output #1:</a:t>
            </a:r>
            <a:endParaRPr lang="en-US" sz="3200" dirty="0"/>
          </a:p>
          <a:p>
            <a:endParaRPr lang="en-US" sz="3200" dirty="0"/>
          </a:p>
          <a:p>
            <a:r>
              <a:rPr lang="en-US" sz="3200" dirty="0"/>
              <a:t>Output #2: </a:t>
            </a:r>
            <a:endParaRPr lang="en-US" sz="3200" dirty="0"/>
          </a:p>
        </p:txBody>
      </p:sp>
      <p:sp>
        <p:nvSpPr>
          <p:cNvPr id="41994" name="Text Box 15"/>
          <p:cNvSpPr txBox="1">
            <a:spLocks noChangeArrowheads="1"/>
          </p:cNvSpPr>
          <p:nvPr/>
        </p:nvSpPr>
        <p:spPr bwMode="auto">
          <a:xfrm>
            <a:off x="5180013" y="2602290"/>
            <a:ext cx="2092239" cy="1569660"/>
          </a:xfrm>
          <a:prstGeom prst="rect">
            <a:avLst/>
          </a:prstGeom>
          <a:noFill/>
          <a:ln w="9525">
            <a:noFill/>
            <a:miter lim="800000"/>
          </a:ln>
        </p:spPr>
        <p:txBody>
          <a:bodyPr wrap="none">
            <a:spAutoFit/>
          </a:bodyPr>
          <a:lstStyle/>
          <a:p>
            <a:r>
              <a:rPr lang="en-US" sz="3200" dirty="0"/>
              <a:t>Output #1:</a:t>
            </a:r>
            <a:endParaRPr lang="en-US" sz="3200" dirty="0"/>
          </a:p>
          <a:p>
            <a:endParaRPr lang="en-US" sz="3200" dirty="0"/>
          </a:p>
          <a:p>
            <a:r>
              <a:rPr lang="en-US" sz="3200" dirty="0"/>
              <a:t>Output #2: </a:t>
            </a:r>
            <a:endParaRPr lang="en-US" sz="3200" dirty="0"/>
          </a:p>
        </p:txBody>
      </p:sp>
      <p:sp>
        <p:nvSpPr>
          <p:cNvPr id="41999" name="Line 20"/>
          <p:cNvSpPr>
            <a:spLocks noChangeShapeType="1"/>
          </p:cNvSpPr>
          <p:nvPr/>
        </p:nvSpPr>
        <p:spPr bwMode="auto">
          <a:xfrm>
            <a:off x="685800" y="2266950"/>
            <a:ext cx="7439025" cy="0"/>
          </a:xfrm>
          <a:prstGeom prst="line">
            <a:avLst/>
          </a:prstGeom>
          <a:noFill/>
          <a:ln w="25400">
            <a:solidFill>
              <a:schemeClr val="tx1"/>
            </a:solidFill>
            <a:round/>
          </a:ln>
        </p:spPr>
        <p:txBody>
          <a:bodyPr/>
          <a:lstStyle/>
          <a:p>
            <a:endParaRPr lang="en-US"/>
          </a:p>
        </p:txBody>
      </p:sp>
      <p:pic>
        <p:nvPicPr>
          <p:cNvPr id="17" name="twospeakers-mixed1.wav">
            <a:hlinkClick r:id="" action="ppaction://media"/>
          </p:cNvPr>
          <p:cNvPicPr>
            <a:picLocks noRot="1" noChangeAspect="1"/>
          </p:cNvPicPr>
          <p:nvPr>
            <a:audioFile r:link="rId1"/>
            <p:extLst>
              <p:ext uri="{DAA4B4D4-6D71-4841-9C94-3DE7FCFB9230}">
                <p14:media xmlns:p14="http://schemas.microsoft.com/office/powerpoint/2010/main" r:link="rId2"/>
              </p:ext>
            </p:extLst>
          </p:nvPr>
        </p:nvPicPr>
        <p:blipFill>
          <a:blip r:embed="rId3" cstate="print"/>
          <a:stretch>
            <a:fillRect/>
          </a:stretch>
        </p:blipFill>
        <p:spPr>
          <a:xfrm>
            <a:off x="3886200" y="666750"/>
            <a:ext cx="304800" cy="228600"/>
          </a:xfrm>
          <a:prstGeom prst="rect">
            <a:avLst/>
          </a:prstGeom>
        </p:spPr>
      </p:pic>
      <p:pic>
        <p:nvPicPr>
          <p:cNvPr id="18" name="twospeakers-mixed2.wav">
            <a:hlinkClick r:id="" action="ppaction://media"/>
          </p:cNvPr>
          <p:cNvPicPr>
            <a:picLocks noRot="1" noChangeAspect="1"/>
          </p:cNvPicPr>
          <p:nvPr>
            <a:audioFile r:link="rId4"/>
            <p:extLst>
              <p:ext uri="{DAA4B4D4-6D71-4841-9C94-3DE7FCFB9230}">
                <p14:media xmlns:p14="http://schemas.microsoft.com/office/powerpoint/2010/main" r:link="rId5"/>
              </p:ext>
            </p:extLst>
          </p:nvPr>
        </p:nvPicPr>
        <p:blipFill>
          <a:blip r:embed="rId6" cstate="print"/>
          <a:stretch>
            <a:fillRect/>
          </a:stretch>
        </p:blipFill>
        <p:spPr>
          <a:xfrm>
            <a:off x="3886200" y="1657350"/>
            <a:ext cx="304800" cy="228600"/>
          </a:xfrm>
          <a:prstGeom prst="rect">
            <a:avLst/>
          </a:prstGeom>
        </p:spPr>
      </p:pic>
      <p:pic>
        <p:nvPicPr>
          <p:cNvPr id="19" name="twospeakers-separated1.wav">
            <a:hlinkClick r:id="" action="ppaction://media"/>
          </p:cNvPr>
          <p:cNvPicPr>
            <a:picLocks noRot="1" noChangeAspect="1"/>
          </p:cNvPicPr>
          <p:nvPr>
            <a:audioFile r:link="rId7"/>
            <p:extLst>
              <p:ext uri="{DAA4B4D4-6D71-4841-9C94-3DE7FCFB9230}">
                <p14:media xmlns:p14="http://schemas.microsoft.com/office/powerpoint/2010/main" r:link="rId8"/>
              </p:ext>
            </p:extLst>
          </p:nvPr>
        </p:nvPicPr>
        <p:blipFill>
          <a:blip r:embed="rId9" cstate="print"/>
          <a:stretch>
            <a:fillRect/>
          </a:stretch>
        </p:blipFill>
        <p:spPr>
          <a:xfrm>
            <a:off x="7162800" y="666750"/>
            <a:ext cx="304800" cy="228600"/>
          </a:xfrm>
          <a:prstGeom prst="rect">
            <a:avLst/>
          </a:prstGeom>
        </p:spPr>
      </p:pic>
      <p:pic>
        <p:nvPicPr>
          <p:cNvPr id="20" name="twospeakers-separated2.wav">
            <a:hlinkClick r:id="" action="ppaction://media"/>
          </p:cNvPr>
          <p:cNvPicPr>
            <a:picLocks noRot="1" noChangeAspect="1"/>
          </p:cNvPicPr>
          <p:nvPr>
            <a:audioFile r:link="rId10"/>
            <p:extLst>
              <p:ext uri="{DAA4B4D4-6D71-4841-9C94-3DE7FCFB9230}">
                <p14:media xmlns:p14="http://schemas.microsoft.com/office/powerpoint/2010/main" r:link="rId11"/>
              </p:ext>
            </p:extLst>
          </p:nvPr>
        </p:nvPicPr>
        <p:blipFill>
          <a:blip r:embed="rId12" cstate="print"/>
          <a:stretch>
            <a:fillRect/>
          </a:stretch>
        </p:blipFill>
        <p:spPr>
          <a:xfrm>
            <a:off x="7162800" y="1657350"/>
            <a:ext cx="304800" cy="228600"/>
          </a:xfrm>
          <a:prstGeom prst="rect">
            <a:avLst/>
          </a:prstGeom>
        </p:spPr>
      </p:pic>
      <p:pic>
        <p:nvPicPr>
          <p:cNvPr id="21" name="speakermusic-mixed1.wav">
            <a:hlinkClick r:id="" action="ppaction://media"/>
          </p:cNvPr>
          <p:cNvPicPr>
            <a:picLocks noRot="1" noChangeAspect="1"/>
          </p:cNvPicPr>
          <p:nvPr>
            <a:audioFile r:link="rId13"/>
            <p:extLst>
              <p:ext uri="{DAA4B4D4-6D71-4841-9C94-3DE7FCFB9230}">
                <p14:media xmlns:p14="http://schemas.microsoft.com/office/powerpoint/2010/main" r:link="rId14"/>
              </p:ext>
            </p:extLst>
          </p:nvPr>
        </p:nvPicPr>
        <p:blipFill>
          <a:blip r:embed="rId15" cstate="print"/>
          <a:stretch>
            <a:fillRect/>
          </a:stretch>
        </p:blipFill>
        <p:spPr>
          <a:xfrm>
            <a:off x="3886200" y="2800350"/>
            <a:ext cx="304800" cy="228600"/>
          </a:xfrm>
          <a:prstGeom prst="rect">
            <a:avLst/>
          </a:prstGeom>
        </p:spPr>
      </p:pic>
      <p:pic>
        <p:nvPicPr>
          <p:cNvPr id="22" name="speakermusic-mixed2.wav">
            <a:hlinkClick r:id="" action="ppaction://media"/>
          </p:cNvPr>
          <p:cNvPicPr>
            <a:picLocks noRot="1" noChangeAspect="1"/>
          </p:cNvPicPr>
          <p:nvPr>
            <a:audioFile r:link="rId16"/>
            <p:extLst>
              <p:ext uri="{DAA4B4D4-6D71-4841-9C94-3DE7FCFB9230}">
                <p14:media xmlns:p14="http://schemas.microsoft.com/office/powerpoint/2010/main" r:link="rId17"/>
              </p:ext>
            </p:extLst>
          </p:nvPr>
        </p:nvPicPr>
        <p:blipFill>
          <a:blip r:embed="rId6" cstate="print"/>
          <a:stretch>
            <a:fillRect/>
          </a:stretch>
        </p:blipFill>
        <p:spPr>
          <a:xfrm>
            <a:off x="3886200" y="3790950"/>
            <a:ext cx="304800" cy="228600"/>
          </a:xfrm>
          <a:prstGeom prst="rect">
            <a:avLst/>
          </a:prstGeom>
        </p:spPr>
      </p:pic>
      <p:pic>
        <p:nvPicPr>
          <p:cNvPr id="25" name="speakermusic-separated2.wav">
            <a:hlinkClick r:id="" action="ppaction://media"/>
          </p:cNvPr>
          <p:cNvPicPr>
            <a:picLocks noRot="1" noChangeAspect="1"/>
          </p:cNvPicPr>
          <p:nvPr>
            <a:audioFile r:link="rId18"/>
            <p:extLst>
              <p:ext uri="{DAA4B4D4-6D71-4841-9C94-3DE7FCFB9230}">
                <p14:media xmlns:p14="http://schemas.microsoft.com/office/powerpoint/2010/main" r:link="rId19"/>
              </p:ext>
            </p:extLst>
          </p:nvPr>
        </p:nvPicPr>
        <p:blipFill>
          <a:blip r:embed="rId20" cstate="print"/>
          <a:stretch>
            <a:fillRect/>
          </a:stretch>
        </p:blipFill>
        <p:spPr>
          <a:xfrm>
            <a:off x="7239000" y="3790950"/>
            <a:ext cx="304800" cy="228600"/>
          </a:xfrm>
          <a:prstGeom prst="rect">
            <a:avLst/>
          </a:prstGeom>
        </p:spPr>
      </p:pic>
      <p:pic>
        <p:nvPicPr>
          <p:cNvPr id="26" name="speakermusic-separated1.wav">
            <a:hlinkClick r:id="" action="ppaction://media"/>
          </p:cNvPr>
          <p:cNvPicPr>
            <a:picLocks noRot="1" noChangeAspect="1"/>
          </p:cNvPicPr>
          <p:nvPr>
            <a:audioFile r:link="rId21"/>
            <p:extLst>
              <p:ext uri="{DAA4B4D4-6D71-4841-9C94-3DE7FCFB9230}">
                <p14:media xmlns:p14="http://schemas.microsoft.com/office/powerpoint/2010/main" r:link="rId22"/>
              </p:ext>
            </p:extLst>
          </p:nvPr>
        </p:nvPicPr>
        <p:blipFill>
          <a:blip r:embed="rId23" cstate="print"/>
          <a:stretch>
            <a:fillRect/>
          </a:stretch>
        </p:blipFill>
        <p:spPr>
          <a:xfrm>
            <a:off x="7239000" y="2800350"/>
            <a:ext cx="304800" cy="228600"/>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7"/>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7437" fill="hold"/>
                                        <p:tgtEl>
                                          <p:spTgt spid="17"/>
                                        </p:tgtEl>
                                      </p:cBhvr>
                                    </p:cmd>
                                  </p:childTnLst>
                                </p:cTn>
                              </p:par>
                            </p:childTnLst>
                          </p:cTn>
                        </p:par>
                      </p:childTnLst>
                    </p:cTn>
                  </p:par>
                </p:childTnLst>
              </p:cTn>
              <p:nextCondLst>
                <p:cond evt="onClick" delay="0">
                  <p:tgtEl>
                    <p:spTgt spid="17"/>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17"/>
                </p:tgtEl>
              </p:cMediaNode>
            </p:audio>
            <p:seq concurrent="1" nextAc="seek">
              <p:cTn id="8" restart="whenNotActive" fill="hold" evtFilter="cancelBubble" nodeType="interactiveSeq">
                <p:stCondLst>
                  <p:cond evt="onClick" delay="0">
                    <p:tgtEl>
                      <p:spTgt spid="18"/>
                    </p:tgtEl>
                  </p:cond>
                </p:stCondLst>
                <p:endSync evt="end" delay="0">
                  <p:rtn val="all"/>
                </p:endSync>
                <p:childTnLst>
                  <p:par>
                    <p:cTn id="9" fill="hold">
                      <p:stCondLst>
                        <p:cond delay="0"/>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7438" fill="hold"/>
                                        <p:tgtEl>
                                          <p:spTgt spid="18"/>
                                        </p:tgtEl>
                                      </p:cBhvr>
                                    </p:cmd>
                                  </p:childTnLst>
                                </p:cTn>
                              </p:par>
                            </p:childTnLst>
                          </p:cTn>
                        </p:par>
                      </p:childTnLst>
                    </p:cTn>
                  </p:par>
                </p:childTnLst>
              </p:cTn>
              <p:nextCondLst>
                <p:cond evt="onClick" delay="0">
                  <p:tgtEl>
                    <p:spTgt spid="18"/>
                  </p:tgtEl>
                </p:cond>
              </p:nextCondLst>
            </p:seq>
            <p:audio>
              <p:cMediaNode>
                <p:cTn id="13" fill="hold" display="0">
                  <p:stCondLst>
                    <p:cond delay="indefinite"/>
                  </p:stCondLst>
                  <p:endCondLst>
                    <p:cond evt="onNext" delay="0">
                      <p:tgtEl>
                        <p:sldTgt/>
                      </p:tgtEl>
                    </p:cond>
                    <p:cond evt="onPrev" delay="0">
                      <p:tgtEl>
                        <p:sldTgt/>
                      </p:tgtEl>
                    </p:cond>
                    <p:cond evt="onStopAudio" delay="0">
                      <p:tgtEl>
                        <p:sldTgt/>
                      </p:tgtEl>
                    </p:cond>
                  </p:endCondLst>
                </p:cTn>
                <p:tgtEl>
                  <p:spTgt spid="18"/>
                </p:tgtEl>
              </p:cMediaNode>
            </p:audio>
            <p:seq concurrent="1" nextAc="seek">
              <p:cTn id="14" restart="whenNotActive" fill="hold" evtFilter="cancelBubble" nodeType="interactiveSeq">
                <p:stCondLst>
                  <p:cond evt="onClick" delay="0">
                    <p:tgtEl>
                      <p:spTgt spid="19"/>
                    </p:tgtEl>
                  </p:cond>
                </p:stCondLst>
                <p:endSync evt="end" delay="0">
                  <p:rtn val="all"/>
                </p:endSync>
                <p:childTnLst>
                  <p:par>
                    <p:cTn id="15" fill="hold">
                      <p:stCondLst>
                        <p:cond delay="0"/>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7436" fill="hold"/>
                                        <p:tgtEl>
                                          <p:spTgt spid="19"/>
                                        </p:tgtEl>
                                      </p:cBhvr>
                                    </p:cmd>
                                  </p:childTnLst>
                                </p:cTn>
                              </p:par>
                            </p:childTnLst>
                          </p:cTn>
                        </p:par>
                      </p:childTnLst>
                    </p:cTn>
                  </p:par>
                </p:childTnLst>
              </p:cTn>
              <p:nextCondLst>
                <p:cond evt="onClick" delay="0">
                  <p:tgtEl>
                    <p:spTgt spid="19"/>
                  </p:tgtEl>
                </p:cond>
              </p:nextCondLst>
            </p:seq>
            <p:audio>
              <p:cMediaNode>
                <p:cTn id="19" fill="hold" display="0">
                  <p:stCondLst>
                    <p:cond delay="indefinite"/>
                  </p:stCondLst>
                  <p:endCondLst>
                    <p:cond evt="onNext" delay="0">
                      <p:tgtEl>
                        <p:sldTgt/>
                      </p:tgtEl>
                    </p:cond>
                    <p:cond evt="onPrev" delay="0">
                      <p:tgtEl>
                        <p:sldTgt/>
                      </p:tgtEl>
                    </p:cond>
                    <p:cond evt="onStopAudio" delay="0">
                      <p:tgtEl>
                        <p:sldTgt/>
                      </p:tgtEl>
                    </p:cond>
                  </p:endCondLst>
                </p:cTn>
                <p:tgtEl>
                  <p:spTgt spid="19"/>
                </p:tgtEl>
              </p:cMediaNode>
            </p:audio>
            <p:seq concurrent="1" nextAc="seek">
              <p:cTn id="20" restart="whenNotActive" fill="hold" evtFilter="cancelBubble" nodeType="interactiveSeq">
                <p:stCondLst>
                  <p:cond evt="onClick" delay="0">
                    <p:tgtEl>
                      <p:spTgt spid="20"/>
                    </p:tgtEl>
                  </p:cond>
                </p:stCondLst>
                <p:endSync evt="end" delay="0">
                  <p:rtn val="all"/>
                </p:endSync>
                <p:childTnLst>
                  <p:par>
                    <p:cTn id="21" fill="hold">
                      <p:stCondLst>
                        <p:cond delay="0"/>
                      </p:stCondLst>
                      <p:childTnLst>
                        <p:par>
                          <p:cTn id="22" fill="hold">
                            <p:stCondLst>
                              <p:cond delay="0"/>
                            </p:stCondLst>
                            <p:childTnLst>
                              <p:par>
                                <p:cTn id="23" presetID="1" presetClass="mediacall" presetSubtype="0" fill="hold" nodeType="clickEffect">
                                  <p:stCondLst>
                                    <p:cond delay="0"/>
                                  </p:stCondLst>
                                  <p:childTnLst>
                                    <p:cmd type="call" cmd="playFrom(0.0)">
                                      <p:cBhvr>
                                        <p:cTn id="24" dur="7436" fill="hold"/>
                                        <p:tgtEl>
                                          <p:spTgt spid="20"/>
                                        </p:tgtEl>
                                      </p:cBhvr>
                                    </p:cmd>
                                  </p:childTnLst>
                                </p:cTn>
                              </p:par>
                            </p:childTnLst>
                          </p:cTn>
                        </p:par>
                      </p:childTnLst>
                    </p:cTn>
                  </p:par>
                </p:childTnLst>
              </p:cTn>
              <p:nextCondLst>
                <p:cond evt="onClick" delay="0">
                  <p:tgtEl>
                    <p:spTgt spid="20"/>
                  </p:tgtEl>
                </p:cond>
              </p:nextCondLst>
            </p:seq>
            <p:audio>
              <p:cMediaNode>
                <p:cTn id="25" fill="hold" display="0">
                  <p:stCondLst>
                    <p:cond delay="indefinite"/>
                  </p:stCondLst>
                  <p:endCondLst>
                    <p:cond evt="onNext" delay="0">
                      <p:tgtEl>
                        <p:sldTgt/>
                      </p:tgtEl>
                    </p:cond>
                    <p:cond evt="onPrev" delay="0">
                      <p:tgtEl>
                        <p:sldTgt/>
                      </p:tgtEl>
                    </p:cond>
                    <p:cond evt="onStopAudio" delay="0">
                      <p:tgtEl>
                        <p:sldTgt/>
                      </p:tgtEl>
                    </p:cond>
                  </p:endCondLst>
                </p:cTn>
                <p:tgtEl>
                  <p:spTgt spid="20"/>
                </p:tgtEl>
              </p:cMediaNode>
            </p:audio>
            <p:seq concurrent="1" nextAc="seek">
              <p:cTn id="26" restart="whenNotActive" fill="hold" evtFilter="cancelBubble" nodeType="interactiveSeq">
                <p:stCondLst>
                  <p:cond evt="onClick" delay="0">
                    <p:tgtEl>
                      <p:spTgt spid="21"/>
                    </p:tgtEl>
                  </p:cond>
                </p:stCondLst>
                <p:endSync evt="end" delay="0">
                  <p:rtn val="all"/>
                </p:endSync>
                <p:childTnLst>
                  <p:par>
                    <p:cTn id="27" fill="hold">
                      <p:stCondLst>
                        <p:cond delay="0"/>
                      </p:stCondLst>
                      <p:childTnLst>
                        <p:par>
                          <p:cTn id="28" fill="hold">
                            <p:stCondLst>
                              <p:cond delay="0"/>
                            </p:stCondLst>
                            <p:childTnLst>
                              <p:par>
                                <p:cTn id="29" presetID="1" presetClass="mediacall" presetSubtype="0" fill="hold" nodeType="clickEffect">
                                  <p:stCondLst>
                                    <p:cond delay="0"/>
                                  </p:stCondLst>
                                  <p:childTnLst>
                                    <p:cmd type="call" cmd="playFrom(0.0)">
                                      <p:cBhvr>
                                        <p:cTn id="30" dur="6875" fill="hold"/>
                                        <p:tgtEl>
                                          <p:spTgt spid="21"/>
                                        </p:tgtEl>
                                      </p:cBhvr>
                                    </p:cmd>
                                  </p:childTnLst>
                                </p:cTn>
                              </p:par>
                            </p:childTnLst>
                          </p:cTn>
                        </p:par>
                      </p:childTnLst>
                    </p:cTn>
                  </p:par>
                </p:childTnLst>
              </p:cTn>
              <p:nextCondLst>
                <p:cond evt="onClick" delay="0">
                  <p:tgtEl>
                    <p:spTgt spid="21"/>
                  </p:tgtEl>
                </p:cond>
              </p:nextCondLst>
            </p:seq>
            <p:audio>
              <p:cMediaNode>
                <p:cTn id="31" fill="hold" display="0">
                  <p:stCondLst>
                    <p:cond delay="indefinite"/>
                  </p:stCondLst>
                  <p:endCondLst>
                    <p:cond evt="onNext" delay="0">
                      <p:tgtEl>
                        <p:sldTgt/>
                      </p:tgtEl>
                    </p:cond>
                    <p:cond evt="onPrev" delay="0">
                      <p:tgtEl>
                        <p:sldTgt/>
                      </p:tgtEl>
                    </p:cond>
                    <p:cond evt="onStopAudio" delay="0">
                      <p:tgtEl>
                        <p:sldTgt/>
                      </p:tgtEl>
                    </p:cond>
                  </p:endCondLst>
                </p:cTn>
                <p:tgtEl>
                  <p:spTgt spid="21"/>
                </p:tgtEl>
              </p:cMediaNode>
            </p:audio>
            <p:seq concurrent="1" nextAc="seek">
              <p:cTn id="32" restart="whenNotActive" fill="hold" evtFilter="cancelBubble" nodeType="interactiveSeq">
                <p:stCondLst>
                  <p:cond evt="onClick" delay="0">
                    <p:tgtEl>
                      <p:spTgt spid="22"/>
                    </p:tgtEl>
                  </p:cond>
                </p:stCondLst>
                <p:endSync evt="end" delay="0">
                  <p:rtn val="all"/>
                </p:endSync>
                <p:childTnLst>
                  <p:par>
                    <p:cTn id="33" fill="hold">
                      <p:stCondLst>
                        <p:cond delay="0"/>
                      </p:stCondLst>
                      <p:childTnLst>
                        <p:par>
                          <p:cTn id="34" fill="hold">
                            <p:stCondLst>
                              <p:cond delay="0"/>
                            </p:stCondLst>
                            <p:childTnLst>
                              <p:par>
                                <p:cTn id="35" presetID="1" presetClass="mediacall" presetSubtype="0" fill="hold" nodeType="clickEffect">
                                  <p:stCondLst>
                                    <p:cond delay="0"/>
                                  </p:stCondLst>
                                  <p:childTnLst>
                                    <p:cmd type="call" cmd="playFrom(0.0)">
                                      <p:cBhvr>
                                        <p:cTn id="36" dur="6875" fill="hold"/>
                                        <p:tgtEl>
                                          <p:spTgt spid="22"/>
                                        </p:tgtEl>
                                      </p:cBhvr>
                                    </p:cmd>
                                  </p:childTnLst>
                                </p:cTn>
                              </p:par>
                            </p:childTnLst>
                          </p:cTn>
                        </p:par>
                      </p:childTnLst>
                    </p:cTn>
                  </p:par>
                </p:childTnLst>
              </p:cTn>
              <p:nextCondLst>
                <p:cond evt="onClick" delay="0">
                  <p:tgtEl>
                    <p:spTgt spid="22"/>
                  </p:tgtEl>
                </p:cond>
              </p:nextCondLst>
            </p:seq>
            <p:audio>
              <p:cMediaNode>
                <p:cTn id="37" fill="hold" display="0">
                  <p:stCondLst>
                    <p:cond delay="indefinite"/>
                  </p:stCondLst>
                  <p:endCondLst>
                    <p:cond evt="onNext" delay="0">
                      <p:tgtEl>
                        <p:sldTgt/>
                      </p:tgtEl>
                    </p:cond>
                    <p:cond evt="onPrev" delay="0">
                      <p:tgtEl>
                        <p:sldTgt/>
                      </p:tgtEl>
                    </p:cond>
                    <p:cond evt="onStopAudio" delay="0">
                      <p:tgtEl>
                        <p:sldTgt/>
                      </p:tgtEl>
                    </p:cond>
                  </p:endCondLst>
                </p:cTn>
                <p:tgtEl>
                  <p:spTgt spid="22"/>
                </p:tgtEl>
              </p:cMediaNode>
            </p:audio>
            <p:seq concurrent="1" nextAc="seek">
              <p:cTn id="38" restart="whenNotActive" fill="hold" evtFilter="cancelBubble" nodeType="interactiveSeq">
                <p:stCondLst>
                  <p:cond evt="onClick" delay="0">
                    <p:tgtEl>
                      <p:spTgt spid="25"/>
                    </p:tgtEl>
                  </p:cond>
                </p:stCondLst>
                <p:endSync evt="end" delay="0">
                  <p:rtn val="all"/>
                </p:endSync>
                <p:childTnLst>
                  <p:par>
                    <p:cTn id="39" fill="hold">
                      <p:stCondLst>
                        <p:cond delay="0"/>
                      </p:stCondLst>
                      <p:childTnLst>
                        <p:par>
                          <p:cTn id="40" fill="hold">
                            <p:stCondLst>
                              <p:cond delay="0"/>
                            </p:stCondLst>
                            <p:childTnLst>
                              <p:par>
                                <p:cTn id="41" presetID="1" presetClass="mediacall" presetSubtype="0" fill="hold" nodeType="clickEffect">
                                  <p:stCondLst>
                                    <p:cond delay="0"/>
                                  </p:stCondLst>
                                  <p:childTnLst>
                                    <p:cmd type="call" cmd="playFrom(0.0)">
                                      <p:cBhvr>
                                        <p:cTn id="42" dur="6871" fill="hold"/>
                                        <p:tgtEl>
                                          <p:spTgt spid="25"/>
                                        </p:tgtEl>
                                      </p:cBhvr>
                                    </p:cmd>
                                  </p:childTnLst>
                                </p:cTn>
                              </p:par>
                            </p:childTnLst>
                          </p:cTn>
                        </p:par>
                      </p:childTnLst>
                    </p:cTn>
                  </p:par>
                </p:childTnLst>
              </p:cTn>
              <p:nextCondLst>
                <p:cond evt="onClick" delay="0">
                  <p:tgtEl>
                    <p:spTgt spid="25"/>
                  </p:tgtEl>
                </p:cond>
              </p:nextCondLst>
            </p:seq>
            <p:audio>
              <p:cMediaNode>
                <p:cTn id="43" fill="hold" display="0">
                  <p:stCondLst>
                    <p:cond delay="indefinite"/>
                  </p:stCondLst>
                  <p:endCondLst>
                    <p:cond evt="onNext" delay="0">
                      <p:tgtEl>
                        <p:sldTgt/>
                      </p:tgtEl>
                    </p:cond>
                    <p:cond evt="onPrev" delay="0">
                      <p:tgtEl>
                        <p:sldTgt/>
                      </p:tgtEl>
                    </p:cond>
                    <p:cond evt="onStopAudio" delay="0">
                      <p:tgtEl>
                        <p:sldTgt/>
                      </p:tgtEl>
                    </p:cond>
                  </p:endCondLst>
                </p:cTn>
                <p:tgtEl>
                  <p:spTgt spid="25"/>
                </p:tgtEl>
              </p:cMediaNode>
            </p:audio>
            <p:seq concurrent="1" nextAc="seek">
              <p:cTn id="44" restart="whenNotActive" fill="hold" evtFilter="cancelBubble" nodeType="interactiveSeq">
                <p:stCondLst>
                  <p:cond evt="onClick" delay="0">
                    <p:tgtEl>
                      <p:spTgt spid="26"/>
                    </p:tgtEl>
                  </p:cond>
                </p:stCondLst>
                <p:endSync evt="end" delay="0">
                  <p:rtn val="all"/>
                </p:endSync>
                <p:childTnLst>
                  <p:par>
                    <p:cTn id="45" fill="hold">
                      <p:stCondLst>
                        <p:cond delay="0"/>
                      </p:stCondLst>
                      <p:childTnLst>
                        <p:par>
                          <p:cTn id="46" fill="hold">
                            <p:stCondLst>
                              <p:cond delay="0"/>
                            </p:stCondLst>
                            <p:childTnLst>
                              <p:par>
                                <p:cTn id="47" presetID="1" presetClass="mediacall" presetSubtype="0" fill="hold" nodeType="clickEffect">
                                  <p:stCondLst>
                                    <p:cond delay="0"/>
                                  </p:stCondLst>
                                  <p:childTnLst>
                                    <p:cmd type="call" cmd="playFrom(0.0)">
                                      <p:cBhvr>
                                        <p:cTn id="48" dur="6875" fill="hold"/>
                                        <p:tgtEl>
                                          <p:spTgt spid="26"/>
                                        </p:tgtEl>
                                      </p:cBhvr>
                                    </p:cmd>
                                  </p:childTnLst>
                                </p:cTn>
                              </p:par>
                            </p:childTnLst>
                          </p:cTn>
                        </p:par>
                      </p:childTnLst>
                    </p:cTn>
                  </p:par>
                </p:childTnLst>
              </p:cTn>
              <p:nextCondLst>
                <p:cond evt="onClick" delay="0">
                  <p:tgtEl>
                    <p:spTgt spid="26"/>
                  </p:tgtEl>
                </p:cond>
              </p:nextCondLst>
            </p:seq>
            <p:audio>
              <p:cMediaNode>
                <p:cTn id="49" fill="hold" display="0">
                  <p:stCondLst>
                    <p:cond delay="indefinite"/>
                  </p:stCondLst>
                  <p:endCondLst>
                    <p:cond evt="onNext" delay="0">
                      <p:tgtEl>
                        <p:sldTgt/>
                      </p:tgtEl>
                    </p:cond>
                    <p:cond evt="onPrev" delay="0">
                      <p:tgtEl>
                        <p:sldTgt/>
                      </p:tgtEl>
                    </p:cond>
                    <p:cond evt="onStopAudio" delay="0">
                      <p:tgtEl>
                        <p:sldTgt/>
                      </p:tgtEl>
                    </p:cond>
                  </p:endCondLst>
                </p:cTn>
                <p:tgtEl>
                  <p:spTgt spid="26"/>
                </p:tgtEl>
              </p:cMediaNode>
            </p:audi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normAutofit/>
          </a:bodyPr>
          <a:lstStyle/>
          <a:p>
            <a:pPr eaLnBrk="1" hangingPunct="1"/>
            <a:r>
              <a:rPr lang="en-US" sz="4000" dirty="0" smtClean="0"/>
              <a:t>Cocktail party problem algorithm</a:t>
            </a:r>
            <a:endParaRPr lang="en-US" sz="4000" dirty="0" smtClean="0"/>
          </a:p>
        </p:txBody>
      </p:sp>
      <p:sp>
        <p:nvSpPr>
          <p:cNvPr id="43011" name="Rectangle 3"/>
          <p:cNvSpPr>
            <a:spLocks noGrp="1" noChangeArrowheads="1"/>
          </p:cNvSpPr>
          <p:nvPr>
            <p:ph type="body" idx="1"/>
          </p:nvPr>
        </p:nvSpPr>
        <p:spPr>
          <a:xfrm>
            <a:off x="381000" y="1200151"/>
            <a:ext cx="8534400" cy="3394472"/>
          </a:xfrm>
        </p:spPr>
        <p:txBody>
          <a:bodyPr/>
          <a:lstStyle/>
          <a:p>
            <a:pPr eaLnBrk="1" hangingPunct="1">
              <a:buFontTx/>
              <a:buNone/>
            </a:pPr>
            <a:endParaRPr lang="en-US" sz="2800" dirty="0" smtClean="0"/>
          </a:p>
          <a:p>
            <a:pPr algn="ctr" eaLnBrk="1" hangingPunct="1">
              <a:buFontTx/>
              <a:buNone/>
            </a:pPr>
            <a:r>
              <a:rPr lang="en-US" sz="2800" dirty="0" smtClean="0"/>
              <a:t>[</a:t>
            </a:r>
            <a:r>
              <a:rPr lang="en-US" sz="2800" dirty="0" err="1" smtClean="0"/>
              <a:t>W,s,v</a:t>
            </a:r>
            <a:r>
              <a:rPr lang="en-US" sz="2800" dirty="0" smtClean="0"/>
              <a:t>] = </a:t>
            </a:r>
            <a:r>
              <a:rPr lang="en-US" sz="2800" dirty="0" err="1" smtClean="0"/>
              <a:t>svd</a:t>
            </a:r>
            <a:r>
              <a:rPr lang="en-US" sz="2800" dirty="0" smtClean="0"/>
              <a:t>((</a:t>
            </a:r>
            <a:r>
              <a:rPr lang="en-US" sz="2800" dirty="0" err="1" smtClean="0"/>
              <a:t>repmat</a:t>
            </a:r>
            <a:r>
              <a:rPr lang="en-US" sz="2800" dirty="0" smtClean="0"/>
              <a:t>(sum(x.*x,1),size(x,1),1).*x)*x');</a:t>
            </a:r>
            <a:endParaRPr lang="en-US" sz="2800" dirty="0" smtClean="0"/>
          </a:p>
        </p:txBody>
      </p:sp>
      <p:sp>
        <p:nvSpPr>
          <p:cNvPr id="43012" name="Text Box 4"/>
          <p:cNvSpPr txBox="1">
            <a:spLocks noChangeArrowheads="1"/>
          </p:cNvSpPr>
          <p:nvPr/>
        </p:nvSpPr>
        <p:spPr bwMode="auto">
          <a:xfrm>
            <a:off x="-64681" y="4793218"/>
            <a:ext cx="4941481" cy="369332"/>
          </a:xfrm>
          <a:prstGeom prst="rect">
            <a:avLst/>
          </a:prstGeom>
          <a:noFill/>
          <a:ln w="9525">
            <a:noFill/>
            <a:miter lim="800000"/>
          </a:ln>
        </p:spPr>
        <p:txBody>
          <a:bodyPr wrap="none">
            <a:spAutoFit/>
          </a:bodyPr>
          <a:lstStyle/>
          <a:p>
            <a:r>
              <a:rPr lang="en-US" dirty="0"/>
              <a:t>[Source: Sam </a:t>
            </a:r>
            <a:r>
              <a:rPr lang="en-US" dirty="0" err="1"/>
              <a:t>Roweis</a:t>
            </a:r>
            <a:r>
              <a:rPr lang="en-US" dirty="0"/>
              <a:t>, </a:t>
            </a:r>
            <a:r>
              <a:rPr lang="en-US" dirty="0" err="1"/>
              <a:t>Yair</a:t>
            </a:r>
            <a:r>
              <a:rPr lang="en-US" dirty="0"/>
              <a:t> Weiss &amp; </a:t>
            </a:r>
            <a:r>
              <a:rPr lang="en-US" dirty="0" err="1"/>
              <a:t>Eero</a:t>
            </a:r>
            <a:r>
              <a:rPr lang="en-US" dirty="0"/>
              <a:t> </a:t>
            </a:r>
            <a:r>
              <a:rPr lang="en-US" dirty="0" err="1"/>
              <a:t>Simoncelli</a:t>
            </a:r>
            <a:r>
              <a:rPr lang="en-US" dirty="0"/>
              <a:t>]</a:t>
            </a:r>
            <a:endParaRPr lang="en-US" dirty="0"/>
          </a:p>
        </p:txBody>
      </p:sp>
      <mc:AlternateContent xmlns:mc="http://schemas.openxmlformats.org/markup-compatibility/2006" xmlns:p14="http://schemas.microsoft.com/office/powerpoint/2010/main">
        <mc:Choice Requires="p14">
          <p:contentPart r:id="rId1" p14:bwMode="auto">
            <p14:nvContentPartPr>
              <p14:cNvPr id="2" name="Ink 1"/>
              <p14:cNvContentPartPr/>
              <p14:nvPr/>
            </p14:nvContentPartPr>
            <p14:xfrm>
              <a:off x="2121840" y="2181600"/>
              <a:ext cx="543600" cy="36360"/>
            </p14:xfrm>
          </p:contentPart>
        </mc:Choice>
        <mc:Fallback xmlns="">
          <p:pic>
            <p:nvPicPr>
              <p:cNvPr id="2" name="Ink 1"/>
            </p:nvPicPr>
            <p:blipFill>
              <a:blip r:embed="rId2"/>
            </p:blipFill>
            <p:spPr>
              <a:xfrm>
                <a:off x="2121840" y="2181600"/>
                <a:ext cx="543600" cy="36360"/>
              </a:xfrm>
              <a:prstGeom prst="rect"/>
            </p:spPr>
          </p:pic>
        </mc:Fallback>
      </mc:AlternateContent>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323850" y="666750"/>
            <a:ext cx="8229600" cy="914400"/>
          </a:xfrm>
          <a:prstGeom prst="rect">
            <a:avLst/>
          </a:prstGeom>
        </p:spPr>
        <p:txBody>
          <a:bodyPr>
            <a:noAutofit/>
          </a:bodyPr>
          <a:lst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a:lstStyle>
          <a:p>
            <a:pPr>
              <a:buFont typeface="Arial" panose="020B0604020202090204" pitchFamily="34" charset="0"/>
              <a:buNone/>
            </a:pPr>
            <a:r>
              <a:rPr lang="en-US" sz="2400" dirty="0" smtClean="0">
                <a:solidFill>
                  <a:prstClr val="black"/>
                </a:solidFill>
              </a:rPr>
              <a:t>Of the following examples, which would you address using an </a:t>
            </a:r>
            <a:r>
              <a:rPr lang="en-US" sz="2400" u="sng" dirty="0" smtClean="0">
                <a:solidFill>
                  <a:prstClr val="black"/>
                </a:solidFill>
              </a:rPr>
              <a:t>unsupervised</a:t>
            </a:r>
            <a:r>
              <a:rPr lang="en-US" sz="2400" dirty="0" smtClean="0">
                <a:solidFill>
                  <a:prstClr val="black"/>
                </a:solidFill>
              </a:rPr>
              <a:t> learning algorithm?  (Check all that apply.) </a:t>
            </a:r>
            <a:endParaRPr lang="en-US" sz="2400" dirty="0" smtClean="0">
              <a:solidFill>
                <a:prstClr val="black"/>
              </a:solidFill>
            </a:endParaRPr>
          </a:p>
          <a:p>
            <a:pPr>
              <a:buFont typeface="Arial" panose="020B0604020202090204" pitchFamily="34" charset="0"/>
              <a:buNone/>
            </a:pPr>
            <a:endParaRPr lang="en-US" sz="2400" dirty="0">
              <a:solidFill>
                <a:prstClr val="black"/>
              </a:solidFill>
            </a:endParaRPr>
          </a:p>
        </p:txBody>
      </p:sp>
      <p:sp>
        <p:nvSpPr>
          <p:cNvPr id="3" name="Rectangle 2"/>
          <p:cNvSpPr/>
          <p:nvPr/>
        </p:nvSpPr>
        <p:spPr>
          <a:xfrm>
            <a:off x="1323974" y="3028950"/>
            <a:ext cx="7515225" cy="707886"/>
          </a:xfrm>
          <a:prstGeom prst="rect">
            <a:avLst/>
          </a:prstGeom>
        </p:spPr>
        <p:txBody>
          <a:bodyPr wrap="square">
            <a:spAutoFit/>
          </a:bodyPr>
          <a:lstStyle/>
          <a:p>
            <a:pPr>
              <a:buFont typeface="Arial" panose="020B0604020202090204" pitchFamily="34" charset="0"/>
              <a:buNone/>
            </a:pPr>
            <a:r>
              <a:rPr lang="en-US" sz="2000" dirty="0">
                <a:solidFill>
                  <a:prstClr val="black"/>
                </a:solidFill>
              </a:rPr>
              <a:t>Given </a:t>
            </a:r>
            <a:r>
              <a:rPr lang="en-US" sz="2000" dirty="0" smtClean="0">
                <a:solidFill>
                  <a:prstClr val="black"/>
                </a:solidFill>
              </a:rPr>
              <a:t>a database </a:t>
            </a:r>
            <a:r>
              <a:rPr lang="en-US" sz="2000" dirty="0">
                <a:solidFill>
                  <a:prstClr val="black"/>
                </a:solidFill>
              </a:rPr>
              <a:t>of customer data, automatically </a:t>
            </a:r>
            <a:r>
              <a:rPr lang="en-US" sz="2000" dirty="0" smtClean="0">
                <a:solidFill>
                  <a:prstClr val="black"/>
                </a:solidFill>
              </a:rPr>
              <a:t>discover market </a:t>
            </a:r>
            <a:r>
              <a:rPr lang="en-US" sz="2000" dirty="0">
                <a:solidFill>
                  <a:prstClr val="black"/>
                </a:solidFill>
              </a:rPr>
              <a:t>segments and group customers into different market segments. </a:t>
            </a:r>
            <a:endParaRPr lang="en-US" sz="2000" dirty="0">
              <a:solidFill>
                <a:prstClr val="black"/>
              </a:solidFill>
            </a:endParaRPr>
          </a:p>
        </p:txBody>
      </p:sp>
      <p:sp>
        <p:nvSpPr>
          <p:cNvPr id="4" name="Rectangle 3"/>
          <p:cNvSpPr/>
          <p:nvPr/>
        </p:nvSpPr>
        <p:spPr>
          <a:xfrm>
            <a:off x="1323975" y="1809750"/>
            <a:ext cx="6781800" cy="400110"/>
          </a:xfrm>
          <a:prstGeom prst="rect">
            <a:avLst/>
          </a:prstGeom>
        </p:spPr>
        <p:txBody>
          <a:bodyPr wrap="square">
            <a:spAutoFit/>
          </a:bodyPr>
          <a:lstStyle/>
          <a:p>
            <a:r>
              <a:rPr lang="en-US" sz="2000" dirty="0">
                <a:solidFill>
                  <a:prstClr val="black"/>
                </a:solidFill>
              </a:rPr>
              <a:t>Given email labeled as spam/not spam, learn a spam filter.</a:t>
            </a:r>
            <a:endParaRPr lang="en-US" sz="2000" dirty="0">
              <a:solidFill>
                <a:prstClr val="black"/>
              </a:solidFill>
            </a:endParaRPr>
          </a:p>
        </p:txBody>
      </p:sp>
      <p:sp>
        <p:nvSpPr>
          <p:cNvPr id="5" name="Rectangle 4"/>
          <p:cNvSpPr/>
          <p:nvPr/>
        </p:nvSpPr>
        <p:spPr>
          <a:xfrm>
            <a:off x="1323975" y="2324100"/>
            <a:ext cx="6934200" cy="707886"/>
          </a:xfrm>
          <a:prstGeom prst="rect">
            <a:avLst/>
          </a:prstGeom>
        </p:spPr>
        <p:txBody>
          <a:bodyPr wrap="square">
            <a:spAutoFit/>
          </a:bodyPr>
          <a:lstStyle/>
          <a:p>
            <a:pPr>
              <a:buFont typeface="Arial" panose="020B0604020202090204" pitchFamily="34" charset="0"/>
              <a:buNone/>
            </a:pPr>
            <a:r>
              <a:rPr lang="en-US" sz="2000" dirty="0">
                <a:solidFill>
                  <a:prstClr val="black"/>
                </a:solidFill>
              </a:rPr>
              <a:t>Given a set of news articles found on the web, group them into set of articles about the same story. </a:t>
            </a:r>
            <a:endParaRPr lang="en-US" sz="2000" dirty="0">
              <a:solidFill>
                <a:prstClr val="black"/>
              </a:solidFill>
            </a:endParaRPr>
          </a:p>
        </p:txBody>
      </p:sp>
      <p:sp>
        <p:nvSpPr>
          <p:cNvPr id="6" name="Rectangle 5"/>
          <p:cNvSpPr/>
          <p:nvPr/>
        </p:nvSpPr>
        <p:spPr>
          <a:xfrm>
            <a:off x="1323975" y="3732431"/>
            <a:ext cx="7162800" cy="707886"/>
          </a:xfrm>
          <a:prstGeom prst="rect">
            <a:avLst/>
          </a:prstGeom>
        </p:spPr>
        <p:txBody>
          <a:bodyPr wrap="square">
            <a:spAutoFit/>
          </a:bodyPr>
          <a:lstStyle/>
          <a:p>
            <a:pPr>
              <a:buFont typeface="Arial" panose="020B0604020202090204" pitchFamily="34" charset="0"/>
              <a:buNone/>
            </a:pPr>
            <a:r>
              <a:rPr lang="en-US" sz="2000" dirty="0">
                <a:solidFill>
                  <a:prstClr val="black"/>
                </a:solidFill>
              </a:rPr>
              <a:t>Given a dataset of patients diagnosed as either having diabetes or not, learn to classify new patients as having diabetes or not. </a:t>
            </a:r>
            <a:endParaRPr lang="en-US" sz="2000" dirty="0">
              <a:solidFill>
                <a:prstClr val="black"/>
              </a:solidFill>
            </a:endParaRPr>
          </a:p>
        </p:txBody>
      </p:sp>
      <mc:AlternateContent xmlns:mc="http://schemas.openxmlformats.org/markup-compatibility/2006" xmlns:p14="http://schemas.microsoft.com/office/powerpoint/2010/main">
        <mc:Choice Requires="p14">
          <p:contentPart r:id="rId1" p14:bwMode="auto">
            <p14:nvContentPartPr>
              <p14:cNvPr id="8" name="Ink 7"/>
              <p14:cNvContentPartPr/>
              <p14:nvPr/>
            </p14:nvContentPartPr>
            <p14:xfrm>
              <a:off x="2751120" y="2188800"/>
              <a:ext cx="5217120" cy="1924560"/>
            </p14:xfrm>
          </p:contentPart>
        </mc:Choice>
        <mc:Fallback xmlns="">
          <p:pic>
            <p:nvPicPr>
              <p:cNvPr id="8" name="Ink 7"/>
            </p:nvPicPr>
            <p:blipFill>
              <a:blip r:embed="rId2"/>
            </p:blipFill>
            <p:spPr>
              <a:xfrm>
                <a:off x="2751120" y="2188800"/>
                <a:ext cx="5217120" cy="1924560"/>
              </a:xfrm>
              <a:prstGeom prst="rect"/>
            </p:spPr>
          </p:pic>
        </mc:Fallback>
      </mc:AlternateContent>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PREVIOUS_ACTIVE_SLIDE" val="639"/>
</p:tagLst>
</file>

<file path=ppt/theme/theme1.xml><?xml version="1.0" encoding="utf-8"?>
<a:theme xmlns:a="http://schemas.openxmlformats.org/drawingml/2006/main" name="1_Lectur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Lectur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Lecture</Template>
  <TotalTime>0</TotalTime>
  <Words>4355</Words>
  <Application>WPS 文字</Application>
  <PresentationFormat>On-screen Show (16:9)</PresentationFormat>
  <Paragraphs>209</Paragraphs>
  <Slides>30</Slides>
  <Notes>15</Notes>
  <HiddenSlides>0</HiddenSlides>
  <MMClips>8</MMClips>
  <ScaleCrop>false</ScaleCrop>
  <HeadingPairs>
    <vt:vector size="6" baseType="variant">
      <vt:variant>
        <vt:lpstr>已用的字体</vt:lpstr>
      </vt:variant>
      <vt:variant>
        <vt:i4>11</vt:i4>
      </vt:variant>
      <vt:variant>
        <vt:lpstr>主题</vt:lpstr>
      </vt:variant>
      <vt:variant>
        <vt:i4>5</vt:i4>
      </vt:variant>
      <vt:variant>
        <vt:lpstr>幻灯片标题</vt:lpstr>
      </vt:variant>
      <vt:variant>
        <vt:i4>30</vt:i4>
      </vt:variant>
    </vt:vector>
  </HeadingPairs>
  <TitlesOfParts>
    <vt:vector size="46" baseType="lpstr">
      <vt:lpstr>Arial</vt:lpstr>
      <vt:lpstr>宋体</vt:lpstr>
      <vt:lpstr>Wingdings</vt:lpstr>
      <vt:lpstr>Arial Black</vt:lpstr>
      <vt:lpstr>Calibri</vt:lpstr>
      <vt:lpstr>Helvetica Neue</vt:lpstr>
      <vt:lpstr>微软雅黑</vt:lpstr>
      <vt:lpstr>汉仪旗黑</vt:lpstr>
      <vt:lpstr>宋体</vt:lpstr>
      <vt:lpstr>Arial Unicode MS</vt:lpstr>
      <vt:lpstr>汉仪书宋二KW</vt:lpstr>
      <vt:lpstr>1_Lecture</vt:lpstr>
      <vt:lpstr>2_Office Theme</vt:lpstr>
      <vt:lpstr>3_Office Theme</vt:lpstr>
      <vt:lpstr>2_Lecture</vt:lpstr>
      <vt:lpstr>4_Office Theme</vt:lpstr>
      <vt:lpstr>Welcome</vt:lpstr>
      <vt:lpstr>PowerPoint 演示文稿</vt:lpstr>
      <vt:lpstr>PowerPoint 演示文稿</vt:lpstr>
      <vt:lpstr>PowerPoint 演示文稿</vt:lpstr>
      <vt:lpstr>PowerPoint 演示文稿</vt:lpstr>
      <vt:lpstr>PowerPoint 演示文稿</vt:lpstr>
      <vt:lpstr>What is machine learning</vt:lpstr>
      <vt:lpstr>Machine Learning definition</vt:lpstr>
      <vt:lpstr>PowerPoint 演示文稿</vt:lpstr>
      <vt:lpstr>PowerPoint 演示文稿</vt:lpstr>
      <vt:lpstr>PowerPoint 演示文稿</vt:lpstr>
      <vt:lpstr>Supervised Learning</vt:lpstr>
      <vt:lpstr>PowerPoint 演示文稿</vt:lpstr>
      <vt:lpstr>PowerPoint 演示文稿</vt:lpstr>
      <vt:lpstr>PowerPoint 演示文稿</vt:lpstr>
      <vt:lpstr>PowerPoint 演示文稿</vt:lpstr>
      <vt:lpstr>PowerPoint 演示文稿</vt:lpstr>
      <vt:lpstr>Unsupervised Learning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Cocktail party problem</vt:lpstr>
      <vt:lpstr>PowerPoint 演示文稿</vt:lpstr>
      <vt:lpstr>Cocktail party problem algorithm</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Programming</dc:title>
  <dc:creator>OpenClassroom</dc:creator>
  <cp:lastModifiedBy>张洛锎</cp:lastModifiedBy>
  <cp:revision>162</cp:revision>
  <dcterms:created xsi:type="dcterms:W3CDTF">2026-08-15T03:19:19Z</dcterms:created>
  <dcterms:modified xsi:type="dcterms:W3CDTF">2026-08-15T03:19:19Z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2052-12.1.26046.26046</vt:lpwstr>
  </property>
  <property fmtid="{D5CDD505-2E9C-101B-9397-08002B2CF9AE}" pid="3" name="ICV">
    <vt:lpwstr>18DE4E449DCEF7B89BD57F6A18C7BC00_42</vt:lpwstr>
  </property>
</Properties>
</file>